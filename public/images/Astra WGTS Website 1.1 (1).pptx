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2"/>
  </p:notesMasterIdLst>
  <p:sldIdLst>
    <p:sldId id="271" r:id="rId2"/>
    <p:sldId id="259" r:id="rId3"/>
    <p:sldId id="260" r:id="rId4"/>
    <p:sldId id="261" r:id="rId5"/>
    <p:sldId id="263" r:id="rId6"/>
    <p:sldId id="264" r:id="rId7"/>
    <p:sldId id="265" r:id="rId8"/>
    <p:sldId id="267" r:id="rId9"/>
    <p:sldId id="268" r:id="rId10"/>
    <p:sldId id="269" r:id="rId11"/>
  </p:sldIdLst>
  <p:sldSz cx="9036050" cy="1219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840" userDrawn="1">
          <p15:clr>
            <a:srgbClr val="A4A3A4"/>
          </p15:clr>
        </p15:guide>
        <p15:guide id="2" pos="2846" userDrawn="1">
          <p15:clr>
            <a:srgbClr val="A4A3A4"/>
          </p15:clr>
        </p15:guide>
        <p15:guide id="3" pos="2098" userDrawn="1">
          <p15:clr>
            <a:srgbClr val="A4A3A4"/>
          </p15:clr>
        </p15:guide>
        <p15:guide id="4" pos="543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8DD2"/>
    <a:srgbClr val="0796DC"/>
    <a:srgbClr val="0077AC"/>
    <a:srgbClr val="5C8E42"/>
    <a:srgbClr val="3A7315"/>
    <a:srgbClr val="CD8A56"/>
    <a:srgbClr val="0087C4"/>
    <a:srgbClr val="0074A8"/>
    <a:srgbClr val="487D25"/>
    <a:srgbClr val="E2F0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114" autoAdjust="0"/>
    <p:restoredTop sz="94660"/>
  </p:normalViewPr>
  <p:slideViewPr>
    <p:cSldViewPr snapToGrid="0">
      <p:cViewPr varScale="1">
        <p:scale>
          <a:sx n="57" d="100"/>
          <a:sy n="57" d="100"/>
        </p:scale>
        <p:origin x="3258" y="108"/>
      </p:cViewPr>
      <p:guideLst>
        <p:guide orient="horz" pos="3840"/>
        <p:guide pos="2846"/>
        <p:guide pos="2098"/>
        <p:guide pos="543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ohel" userId="08cff84b-14e0-4d2c-9531-20cf753f4501" providerId="ADAL" clId="{84374195-D612-4124-93FA-FDF872673EE6}"/>
    <pc:docChg chg="undo redo custSel addSld delSld modSld sldOrd">
      <pc:chgData name="Sohel" userId="08cff84b-14e0-4d2c-9531-20cf753f4501" providerId="ADAL" clId="{84374195-D612-4124-93FA-FDF872673EE6}" dt="2026-10-23T13:32:40.892" v="1164" actId="47"/>
      <pc:docMkLst>
        <pc:docMk/>
      </pc:docMkLst>
      <pc:sldChg chg="addSp delSp modSp del mod delAnim modAnim">
        <pc:chgData name="Sohel" userId="08cff84b-14e0-4d2c-9531-20cf753f4501" providerId="ADAL" clId="{84374195-D612-4124-93FA-FDF872673EE6}" dt="2026-10-23T13:13:33.636" v="983" actId="47"/>
        <pc:sldMkLst>
          <pc:docMk/>
          <pc:sldMk cId="2111499874" sldId="258"/>
        </pc:sldMkLst>
        <pc:spChg chg="mod">
          <ac:chgData name="Sohel" userId="08cff84b-14e0-4d2c-9531-20cf753f4501" providerId="ADAL" clId="{84374195-D612-4124-93FA-FDF872673EE6}" dt="2026-10-22T05:13:31.265" v="106" actId="164"/>
          <ac:spMkLst>
            <pc:docMk/>
            <pc:sldMk cId="2111499874" sldId="258"/>
            <ac:spMk id="8" creationId="{4DC236C8-5EB0-0BB4-904F-C44739E18052}"/>
          </ac:spMkLst>
        </pc:spChg>
        <pc:spChg chg="add mod">
          <ac:chgData name="Sohel" userId="08cff84b-14e0-4d2c-9531-20cf753f4501" providerId="ADAL" clId="{84374195-D612-4124-93FA-FDF872673EE6}" dt="2026-10-22T05:28:41.078" v="165" actId="571"/>
          <ac:spMkLst>
            <pc:docMk/>
            <pc:sldMk cId="2111499874" sldId="258"/>
            <ac:spMk id="19" creationId="{0A0E7163-7DD0-EEB6-99F0-DCBD52AB1187}"/>
          </ac:spMkLst>
        </pc:spChg>
        <pc:spChg chg="add mod">
          <ac:chgData name="Sohel" userId="08cff84b-14e0-4d2c-9531-20cf753f4501" providerId="ADAL" clId="{84374195-D612-4124-93FA-FDF872673EE6}" dt="2026-10-22T05:31:20.590" v="218" actId="408"/>
          <ac:spMkLst>
            <pc:docMk/>
            <pc:sldMk cId="2111499874" sldId="258"/>
            <ac:spMk id="20" creationId="{1E73CBE4-2AA7-2B3D-6025-011272A03EFB}"/>
          </ac:spMkLst>
        </pc:spChg>
        <pc:spChg chg="add mod">
          <ac:chgData name="Sohel" userId="08cff84b-14e0-4d2c-9531-20cf753f4501" providerId="ADAL" clId="{84374195-D612-4124-93FA-FDF872673EE6}" dt="2026-10-22T05:32:26.720" v="263" actId="207"/>
          <ac:spMkLst>
            <pc:docMk/>
            <pc:sldMk cId="2111499874" sldId="258"/>
            <ac:spMk id="21" creationId="{F75CE1DD-BD84-18FE-390D-BFF1ADFD7F27}"/>
          </ac:spMkLst>
        </pc:spChg>
        <pc:spChg chg="mod">
          <ac:chgData name="Sohel" userId="08cff84b-14e0-4d2c-9531-20cf753f4501" providerId="ADAL" clId="{84374195-D612-4124-93FA-FDF872673EE6}" dt="2026-10-22T05:31:03.236" v="214" actId="14100"/>
          <ac:spMkLst>
            <pc:docMk/>
            <pc:sldMk cId="2111499874" sldId="258"/>
            <ac:spMk id="44" creationId="{1011B9B6-43BE-916D-0463-3EA3CA6DB40D}"/>
          </ac:spMkLst>
        </pc:spChg>
        <pc:spChg chg="mod">
          <ac:chgData name="Sohel" userId="08cff84b-14e0-4d2c-9531-20cf753f4501" providerId="ADAL" clId="{84374195-D612-4124-93FA-FDF872673EE6}" dt="2026-10-22T05:31:20.590" v="218" actId="408"/>
          <ac:spMkLst>
            <pc:docMk/>
            <pc:sldMk cId="2111499874" sldId="258"/>
            <ac:spMk id="45" creationId="{9021D144-32EF-8878-7DBA-92BB2125A789}"/>
          </ac:spMkLst>
        </pc:spChg>
        <pc:spChg chg="mod">
          <ac:chgData name="Sohel" userId="08cff84b-14e0-4d2c-9531-20cf753f4501" providerId="ADAL" clId="{84374195-D612-4124-93FA-FDF872673EE6}" dt="2026-10-22T05:31:20.590" v="218" actId="408"/>
          <ac:spMkLst>
            <pc:docMk/>
            <pc:sldMk cId="2111499874" sldId="258"/>
            <ac:spMk id="46" creationId="{EAF6DFF5-064B-3FBC-D1F7-E6305FB4E805}"/>
          </ac:spMkLst>
        </pc:spChg>
        <pc:spChg chg="mod">
          <ac:chgData name="Sohel" userId="08cff84b-14e0-4d2c-9531-20cf753f4501" providerId="ADAL" clId="{84374195-D612-4124-93FA-FDF872673EE6}" dt="2026-10-22T05:30:49.241" v="211" actId="1076"/>
          <ac:spMkLst>
            <pc:docMk/>
            <pc:sldMk cId="2111499874" sldId="258"/>
            <ac:spMk id="47" creationId="{FB7D6F8D-6501-DD6E-12B1-9CDACE78FCB0}"/>
          </ac:spMkLst>
        </pc:spChg>
        <pc:spChg chg="mod">
          <ac:chgData name="Sohel" userId="08cff84b-14e0-4d2c-9531-20cf753f4501" providerId="ADAL" clId="{84374195-D612-4124-93FA-FDF872673EE6}" dt="2026-10-23T12:32:42.118" v="903" actId="1076"/>
          <ac:spMkLst>
            <pc:docMk/>
            <pc:sldMk cId="2111499874" sldId="258"/>
            <ac:spMk id="48" creationId="{64303716-CFEF-50E5-792A-54E9110ED000}"/>
          </ac:spMkLst>
        </pc:spChg>
        <pc:spChg chg="mod">
          <ac:chgData name="Sohel" userId="08cff84b-14e0-4d2c-9531-20cf753f4501" providerId="ADAL" clId="{84374195-D612-4124-93FA-FDF872673EE6}" dt="2026-10-23T12:40:41.583" v="912" actId="20577"/>
          <ac:spMkLst>
            <pc:docMk/>
            <pc:sldMk cId="2111499874" sldId="258"/>
            <ac:spMk id="68" creationId="{026B3BD8-6B3C-5154-48FE-673DCC8071FB}"/>
          </ac:spMkLst>
        </pc:spChg>
        <pc:spChg chg="mod">
          <ac:chgData name="Sohel" userId="08cff84b-14e0-4d2c-9531-20cf753f4501" providerId="ADAL" clId="{84374195-D612-4124-93FA-FDF872673EE6}" dt="2026-10-23T12:32:26.529" v="901"/>
          <ac:spMkLst>
            <pc:docMk/>
            <pc:sldMk cId="2111499874" sldId="258"/>
            <ac:spMk id="69" creationId="{AE552B00-CDF1-7F61-8CC7-362E771A6F89}"/>
          </ac:spMkLst>
        </pc:spChg>
        <pc:spChg chg="mod">
          <ac:chgData name="Sohel" userId="08cff84b-14e0-4d2c-9531-20cf753f4501" providerId="ADAL" clId="{84374195-D612-4124-93FA-FDF872673EE6}" dt="2026-10-23T12:40:42.233" v="914"/>
          <ac:spMkLst>
            <pc:docMk/>
            <pc:sldMk cId="2111499874" sldId="258"/>
            <ac:spMk id="70" creationId="{60FCB6AC-E192-0021-8366-AEC14EEC868E}"/>
          </ac:spMkLst>
        </pc:spChg>
        <pc:spChg chg="mod">
          <ac:chgData name="Sohel" userId="08cff84b-14e0-4d2c-9531-20cf753f4501" providerId="ADAL" clId="{84374195-D612-4124-93FA-FDF872673EE6}" dt="2026-10-22T05:09:47.909" v="26" actId="14100"/>
          <ac:spMkLst>
            <pc:docMk/>
            <pc:sldMk cId="2111499874" sldId="258"/>
            <ac:spMk id="72" creationId="{576516E2-66AB-01E1-C866-387EE44F1B27}"/>
          </ac:spMkLst>
        </pc:spChg>
        <pc:grpChg chg="mod">
          <ac:chgData name="Sohel" userId="08cff84b-14e0-4d2c-9531-20cf753f4501" providerId="ADAL" clId="{84374195-D612-4124-93FA-FDF872673EE6}" dt="2026-10-22T05:13:31.265" v="106" actId="164"/>
          <ac:grpSpMkLst>
            <pc:docMk/>
            <pc:sldMk cId="2111499874" sldId="258"/>
            <ac:grpSpMk id="3" creationId="{038A6137-ACA4-55F0-8B94-7237537BD138}"/>
          </ac:grpSpMkLst>
        </pc:grpChg>
        <pc:grpChg chg="add del mod">
          <ac:chgData name="Sohel" userId="08cff84b-14e0-4d2c-9531-20cf753f4501" providerId="ADAL" clId="{84374195-D612-4124-93FA-FDF872673EE6}" dt="2026-10-22T05:25:35.775" v="136" actId="478"/>
          <ac:grpSpMkLst>
            <pc:docMk/>
            <pc:sldMk cId="2111499874" sldId="258"/>
            <ac:grpSpMk id="12" creationId="{F99A90E4-34E6-698D-518A-F8AD58E6F7DC}"/>
          </ac:grpSpMkLst>
        </pc:grpChg>
        <pc:grpChg chg="mod">
          <ac:chgData name="Sohel" userId="08cff84b-14e0-4d2c-9531-20cf753f4501" providerId="ADAL" clId="{84374195-D612-4124-93FA-FDF872673EE6}" dt="2026-10-22T05:13:31.265" v="106" actId="164"/>
          <ac:grpSpMkLst>
            <pc:docMk/>
            <pc:sldMk cId="2111499874" sldId="258"/>
            <ac:grpSpMk id="33" creationId="{8D52C05C-25EC-EA82-394B-9EA3C086DA7B}"/>
          </ac:grpSpMkLst>
        </pc:grpChg>
        <pc:grpChg chg="mod">
          <ac:chgData name="Sohel" userId="08cff84b-14e0-4d2c-9531-20cf753f4501" providerId="ADAL" clId="{84374195-D612-4124-93FA-FDF872673EE6}" dt="2026-10-23T12:32:33.403" v="902" actId="1076"/>
          <ac:grpSpMkLst>
            <pc:docMk/>
            <pc:sldMk cId="2111499874" sldId="258"/>
            <ac:grpSpMk id="77" creationId="{D2AA3112-9965-B6C3-101F-359BCED8498F}"/>
          </ac:grpSpMkLst>
        </pc:grpChg>
        <pc:picChg chg="add mod">
          <ac:chgData name="Sohel" userId="08cff84b-14e0-4d2c-9531-20cf753f4501" providerId="ADAL" clId="{84374195-D612-4124-93FA-FDF872673EE6}" dt="2026-10-22T05:30:06.689" v="197" actId="1076"/>
          <ac:picMkLst>
            <pc:docMk/>
            <pc:sldMk cId="2111499874" sldId="258"/>
            <ac:picMk id="6" creationId="{E1B4857D-0D30-76DC-147F-20B204B16D87}"/>
          </ac:picMkLst>
        </pc:picChg>
        <pc:picChg chg="add del mod">
          <ac:chgData name="Sohel" userId="08cff84b-14e0-4d2c-9531-20cf753f4501" providerId="ADAL" clId="{84374195-D612-4124-93FA-FDF872673EE6}" dt="2026-10-22T05:12:24.294" v="83" actId="478"/>
          <ac:picMkLst>
            <pc:docMk/>
            <pc:sldMk cId="2111499874" sldId="258"/>
            <ac:picMk id="9" creationId="{4875EB50-3712-5E50-1022-CC0F3B0B87E6}"/>
          </ac:picMkLst>
        </pc:picChg>
        <pc:picChg chg="add del">
          <ac:chgData name="Sohel" userId="08cff84b-14e0-4d2c-9531-20cf753f4501" providerId="ADAL" clId="{84374195-D612-4124-93FA-FDF872673EE6}" dt="2026-10-22T05:13:28.879" v="105" actId="22"/>
          <ac:picMkLst>
            <pc:docMk/>
            <pc:sldMk cId="2111499874" sldId="258"/>
            <ac:picMk id="11" creationId="{9949A6DE-578A-6E2A-98A6-83B7C7839E01}"/>
          </ac:picMkLst>
        </pc:picChg>
        <pc:picChg chg="add mod modCrop">
          <ac:chgData name="Sohel" userId="08cff84b-14e0-4d2c-9531-20cf753f4501" providerId="ADAL" clId="{84374195-D612-4124-93FA-FDF872673EE6}" dt="2026-10-23T12:40:42.739" v="916" actId="1076"/>
          <ac:picMkLst>
            <pc:docMk/>
            <pc:sldMk cId="2111499874" sldId="258"/>
            <ac:picMk id="14" creationId="{FE5DB33A-5196-2D38-9D2D-A67594771496}"/>
          </ac:picMkLst>
        </pc:picChg>
        <pc:picChg chg="add del mod">
          <ac:chgData name="Sohel" userId="08cff84b-14e0-4d2c-9531-20cf753f4501" providerId="ADAL" clId="{84374195-D612-4124-93FA-FDF872673EE6}" dt="2026-10-22T05:23:22.730" v="114" actId="478"/>
          <ac:picMkLst>
            <pc:docMk/>
            <pc:sldMk cId="2111499874" sldId="258"/>
            <ac:picMk id="15" creationId="{D4DE96BD-E6CF-6B15-338F-6013CBB90689}"/>
          </ac:picMkLst>
        </pc:picChg>
        <pc:picChg chg="add mod">
          <ac:chgData name="Sohel" userId="08cff84b-14e0-4d2c-9531-20cf753f4501" providerId="ADAL" clId="{84374195-D612-4124-93FA-FDF872673EE6}" dt="2026-10-22T05:23:23.443" v="115"/>
          <ac:picMkLst>
            <pc:docMk/>
            <pc:sldMk cId="2111499874" sldId="258"/>
            <ac:picMk id="16" creationId="{B322DF56-0362-EB4E-C829-98FFB404DD88}"/>
          </ac:picMkLst>
        </pc:picChg>
        <pc:picChg chg="add mod">
          <ac:chgData name="Sohel" userId="08cff84b-14e0-4d2c-9531-20cf753f4501" providerId="ADAL" clId="{84374195-D612-4124-93FA-FDF872673EE6}" dt="2026-10-23T12:38:51.001" v="908" actId="14100"/>
          <ac:picMkLst>
            <pc:docMk/>
            <pc:sldMk cId="2111499874" sldId="258"/>
            <ac:picMk id="18" creationId="{6A927A96-F2A2-428F-B7B1-2EDCC6B1EFFC}"/>
          </ac:picMkLst>
        </pc:picChg>
        <pc:picChg chg="mod">
          <ac:chgData name="Sohel" userId="08cff84b-14e0-4d2c-9531-20cf753f4501" providerId="ADAL" clId="{84374195-D612-4124-93FA-FDF872673EE6}" dt="2026-10-22T05:13:31.265" v="106" actId="164"/>
          <ac:picMkLst>
            <pc:docMk/>
            <pc:sldMk cId="2111499874" sldId="258"/>
            <ac:picMk id="41" creationId="{2BB0C95F-7FAF-6D1F-2135-610574BFDFA7}"/>
          </ac:picMkLst>
        </pc:picChg>
        <pc:picChg chg="mod">
          <ac:chgData name="Sohel" userId="08cff84b-14e0-4d2c-9531-20cf753f4501" providerId="ADAL" clId="{84374195-D612-4124-93FA-FDF872673EE6}" dt="2026-10-22T05:27:30.055" v="145" actId="14100"/>
          <ac:picMkLst>
            <pc:docMk/>
            <pc:sldMk cId="2111499874" sldId="258"/>
            <ac:picMk id="67" creationId="{022692B2-F068-A6E1-62BF-EF43840380BC}"/>
          </ac:picMkLst>
        </pc:picChg>
        <pc:picChg chg="mod">
          <ac:chgData name="Sohel" userId="08cff84b-14e0-4d2c-9531-20cf753f4501" providerId="ADAL" clId="{84374195-D612-4124-93FA-FDF872673EE6}" dt="2026-10-22T05:13:20.639" v="101" actId="14100"/>
          <ac:picMkLst>
            <pc:docMk/>
            <pc:sldMk cId="2111499874" sldId="258"/>
            <ac:picMk id="75" creationId="{68CD0C07-0BE8-EEC2-4335-2EC9BDFBC348}"/>
          </ac:picMkLst>
        </pc:picChg>
        <pc:picChg chg="del">
          <ac:chgData name="Sohel" userId="08cff84b-14e0-4d2c-9531-20cf753f4501" providerId="ADAL" clId="{84374195-D612-4124-93FA-FDF872673EE6}" dt="2026-10-22T05:07:07.075" v="2" actId="478"/>
          <ac:picMkLst>
            <pc:docMk/>
            <pc:sldMk cId="2111499874" sldId="258"/>
            <ac:picMk id="83" creationId="{11DE7578-9DF4-C963-FD3D-1A675C2BA83C}"/>
          </ac:picMkLst>
        </pc:picChg>
      </pc:sldChg>
      <pc:sldChg chg="addSp delSp modSp mod">
        <pc:chgData name="Sohel" userId="08cff84b-14e0-4d2c-9531-20cf753f4501" providerId="ADAL" clId="{84374195-D612-4124-93FA-FDF872673EE6}" dt="2026-10-23T13:30:52.238" v="1137" actId="164"/>
        <pc:sldMkLst>
          <pc:docMk/>
          <pc:sldMk cId="1613296036" sldId="259"/>
        </pc:sldMkLst>
        <pc:spChg chg="mod">
          <ac:chgData name="Sohel" userId="08cff84b-14e0-4d2c-9531-20cf753f4501" providerId="ADAL" clId="{84374195-D612-4124-93FA-FDF872673EE6}" dt="2026-10-23T13:30:48.364" v="1136" actId="1076"/>
          <ac:spMkLst>
            <pc:docMk/>
            <pc:sldMk cId="1613296036" sldId="259"/>
            <ac:spMk id="11" creationId="{7F40D1FF-D858-49AC-F2EA-E4A42117E0D3}"/>
          </ac:spMkLst>
        </pc:spChg>
        <pc:spChg chg="mod">
          <ac:chgData name="Sohel" userId="08cff84b-14e0-4d2c-9531-20cf753f4501" providerId="ADAL" clId="{84374195-D612-4124-93FA-FDF872673EE6}" dt="2026-10-23T13:30:48.364" v="1136" actId="1076"/>
          <ac:spMkLst>
            <pc:docMk/>
            <pc:sldMk cId="1613296036" sldId="259"/>
            <ac:spMk id="14" creationId="{5AA9ADA8-3A68-40C0-A0F5-91CD50D9A5FE}"/>
          </ac:spMkLst>
        </pc:spChg>
        <pc:spChg chg="mod">
          <ac:chgData name="Sohel" userId="08cff84b-14e0-4d2c-9531-20cf753f4501" providerId="ADAL" clId="{84374195-D612-4124-93FA-FDF872673EE6}" dt="2026-10-23T13:30:48.364" v="1136" actId="1076"/>
          <ac:spMkLst>
            <pc:docMk/>
            <pc:sldMk cId="1613296036" sldId="259"/>
            <ac:spMk id="51" creationId="{277C2749-37C1-6633-E86B-C269DD82CE20}"/>
          </ac:spMkLst>
        </pc:spChg>
        <pc:spChg chg="del mod">
          <ac:chgData name="Sohel" userId="08cff84b-14e0-4d2c-9531-20cf753f4501" providerId="ADAL" clId="{84374195-D612-4124-93FA-FDF872673EE6}" dt="2026-10-23T13:30:40.179" v="1133" actId="478"/>
          <ac:spMkLst>
            <pc:docMk/>
            <pc:sldMk cId="1613296036" sldId="259"/>
            <ac:spMk id="57" creationId="{BE6893BB-A1DB-D127-4191-13BB45C35E8C}"/>
          </ac:spMkLst>
        </pc:spChg>
        <pc:spChg chg="del mod">
          <ac:chgData name="Sohel" userId="08cff84b-14e0-4d2c-9531-20cf753f4501" providerId="ADAL" clId="{84374195-D612-4124-93FA-FDF872673EE6}" dt="2026-10-23T13:30:40.179" v="1133" actId="478"/>
          <ac:spMkLst>
            <pc:docMk/>
            <pc:sldMk cId="1613296036" sldId="259"/>
            <ac:spMk id="58" creationId="{728B90A6-4193-A1A6-5934-566F13C8DA44}"/>
          </ac:spMkLst>
        </pc:spChg>
        <pc:spChg chg="del mod">
          <ac:chgData name="Sohel" userId="08cff84b-14e0-4d2c-9531-20cf753f4501" providerId="ADAL" clId="{84374195-D612-4124-93FA-FDF872673EE6}" dt="2026-10-23T13:30:40.179" v="1133" actId="478"/>
          <ac:spMkLst>
            <pc:docMk/>
            <pc:sldMk cId="1613296036" sldId="259"/>
            <ac:spMk id="59" creationId="{26E51A3B-AB42-57CD-832F-272235287841}"/>
          </ac:spMkLst>
        </pc:spChg>
        <pc:spChg chg="del mod">
          <ac:chgData name="Sohel" userId="08cff84b-14e0-4d2c-9531-20cf753f4501" providerId="ADAL" clId="{84374195-D612-4124-93FA-FDF872673EE6}" dt="2026-10-23T13:30:40.179" v="1133" actId="478"/>
          <ac:spMkLst>
            <pc:docMk/>
            <pc:sldMk cId="1613296036" sldId="259"/>
            <ac:spMk id="60" creationId="{1430B99F-62CB-1AC7-0CCB-2E3F4DC31DB7}"/>
          </ac:spMkLst>
        </pc:spChg>
        <pc:spChg chg="del mod">
          <ac:chgData name="Sohel" userId="08cff84b-14e0-4d2c-9531-20cf753f4501" providerId="ADAL" clId="{84374195-D612-4124-93FA-FDF872673EE6}" dt="2026-10-23T13:30:40.179" v="1133" actId="478"/>
          <ac:spMkLst>
            <pc:docMk/>
            <pc:sldMk cId="1613296036" sldId="259"/>
            <ac:spMk id="61" creationId="{DD91262C-1D08-D473-06AA-054AD265AC0D}"/>
          </ac:spMkLst>
        </pc:spChg>
        <pc:grpChg chg="add mod">
          <ac:chgData name="Sohel" userId="08cff84b-14e0-4d2c-9531-20cf753f4501" providerId="ADAL" clId="{84374195-D612-4124-93FA-FDF872673EE6}" dt="2026-10-23T13:30:52.238" v="1137" actId="164"/>
          <ac:grpSpMkLst>
            <pc:docMk/>
            <pc:sldMk cId="1613296036" sldId="259"/>
            <ac:grpSpMk id="13" creationId="{E7DCE6AF-7478-6396-DDB2-191A2E88EA27}"/>
          </ac:grpSpMkLst>
        </pc:grpChg>
        <pc:picChg chg="add mod">
          <ac:chgData name="Sohel" userId="08cff84b-14e0-4d2c-9531-20cf753f4501" providerId="ADAL" clId="{84374195-D612-4124-93FA-FDF872673EE6}" dt="2026-10-23T13:30:48.364" v="1136" actId="1076"/>
          <ac:picMkLst>
            <pc:docMk/>
            <pc:sldMk cId="1613296036" sldId="259"/>
            <ac:picMk id="3" creationId="{77D7CBA3-E0AE-6995-29BF-CE1DA33BDFE6}"/>
          </ac:picMkLst>
        </pc:picChg>
        <pc:picChg chg="add del mod">
          <ac:chgData name="Sohel" userId="08cff84b-14e0-4d2c-9531-20cf753f4501" providerId="ADAL" clId="{84374195-D612-4124-93FA-FDF872673EE6}" dt="2026-10-22T05:11:12.375" v="51" actId="22"/>
          <ac:picMkLst>
            <pc:docMk/>
            <pc:sldMk cId="1613296036" sldId="259"/>
            <ac:picMk id="3" creationId="{B6C3430F-ADDB-EE32-FCF5-B60EF4D0645C}"/>
          </ac:picMkLst>
        </pc:picChg>
        <pc:picChg chg="add mod">
          <ac:chgData name="Sohel" userId="08cff84b-14e0-4d2c-9531-20cf753f4501" providerId="ADAL" clId="{84374195-D612-4124-93FA-FDF872673EE6}" dt="2026-10-23T13:30:48.364" v="1136" actId="1076"/>
          <ac:picMkLst>
            <pc:docMk/>
            <pc:sldMk cId="1613296036" sldId="259"/>
            <ac:picMk id="4" creationId="{D51C8063-9FEF-5B21-0D11-4FD82A76E6C0}"/>
          </ac:picMkLst>
        </pc:picChg>
        <pc:picChg chg="add mod">
          <ac:chgData name="Sohel" userId="08cff84b-14e0-4d2c-9531-20cf753f4501" providerId="ADAL" clId="{84374195-D612-4124-93FA-FDF872673EE6}" dt="2026-10-23T13:30:48.364" v="1136" actId="1076"/>
          <ac:picMkLst>
            <pc:docMk/>
            <pc:sldMk cId="1613296036" sldId="259"/>
            <ac:picMk id="5" creationId="{F174C3BB-B72B-31C1-DFB7-30EDB44A91FE}"/>
          </ac:picMkLst>
        </pc:picChg>
        <pc:picChg chg="add mod">
          <ac:chgData name="Sohel" userId="08cff84b-14e0-4d2c-9531-20cf753f4501" providerId="ADAL" clId="{84374195-D612-4124-93FA-FDF872673EE6}" dt="2026-10-23T13:30:48.364" v="1136" actId="1076"/>
          <ac:picMkLst>
            <pc:docMk/>
            <pc:sldMk cId="1613296036" sldId="259"/>
            <ac:picMk id="6" creationId="{1C97D586-C688-D47A-A17C-91E060ACCE19}"/>
          </ac:picMkLst>
        </pc:picChg>
        <pc:picChg chg="add mod">
          <ac:chgData name="Sohel" userId="08cff84b-14e0-4d2c-9531-20cf753f4501" providerId="ADAL" clId="{84374195-D612-4124-93FA-FDF872673EE6}" dt="2026-10-23T13:30:48.364" v="1136" actId="1076"/>
          <ac:picMkLst>
            <pc:docMk/>
            <pc:sldMk cId="1613296036" sldId="259"/>
            <ac:picMk id="7" creationId="{C05AEDC5-4AE5-A62F-6F19-4034F36685CC}"/>
          </ac:picMkLst>
        </pc:picChg>
        <pc:picChg chg="add mod">
          <ac:chgData name="Sohel" userId="08cff84b-14e0-4d2c-9531-20cf753f4501" providerId="ADAL" clId="{84374195-D612-4124-93FA-FDF872673EE6}" dt="2026-10-23T13:30:48.364" v="1136" actId="1076"/>
          <ac:picMkLst>
            <pc:docMk/>
            <pc:sldMk cId="1613296036" sldId="259"/>
            <ac:picMk id="8" creationId="{F410DA5A-A5D1-6A33-2539-A8A9D264B12D}"/>
          </ac:picMkLst>
        </pc:picChg>
        <pc:picChg chg="add mod">
          <ac:chgData name="Sohel" userId="08cff84b-14e0-4d2c-9531-20cf753f4501" providerId="ADAL" clId="{84374195-D612-4124-93FA-FDF872673EE6}" dt="2026-10-23T13:30:52.238" v="1137" actId="164"/>
          <ac:picMkLst>
            <pc:docMk/>
            <pc:sldMk cId="1613296036" sldId="259"/>
            <ac:picMk id="9" creationId="{871977AA-0B29-56F1-0208-FAC70462CCEB}"/>
          </ac:picMkLst>
        </pc:picChg>
        <pc:picChg chg="add mod">
          <ac:chgData name="Sohel" userId="08cff84b-14e0-4d2c-9531-20cf753f4501" providerId="ADAL" clId="{84374195-D612-4124-93FA-FDF872673EE6}" dt="2026-10-23T13:30:52.238" v="1137" actId="164"/>
          <ac:picMkLst>
            <pc:docMk/>
            <pc:sldMk cId="1613296036" sldId="259"/>
            <ac:picMk id="12" creationId="{B3040F6B-AEE7-CF68-9A09-763F4065ADB3}"/>
          </ac:picMkLst>
        </pc:picChg>
        <pc:picChg chg="mod">
          <ac:chgData name="Sohel" userId="08cff84b-14e0-4d2c-9531-20cf753f4501" providerId="ADAL" clId="{84374195-D612-4124-93FA-FDF872673EE6}" dt="2026-10-23T13:30:48.364" v="1136" actId="1076"/>
          <ac:picMkLst>
            <pc:docMk/>
            <pc:sldMk cId="1613296036" sldId="259"/>
            <ac:picMk id="76" creationId="{B1E18B8D-C4FB-A4EF-7724-80E2708602AC}"/>
          </ac:picMkLst>
        </pc:picChg>
        <pc:picChg chg="del mod">
          <ac:chgData name="Sohel" userId="08cff84b-14e0-4d2c-9531-20cf753f4501" providerId="ADAL" clId="{84374195-D612-4124-93FA-FDF872673EE6}" dt="2026-10-23T13:30:40.179" v="1133" actId="478"/>
          <ac:picMkLst>
            <pc:docMk/>
            <pc:sldMk cId="1613296036" sldId="259"/>
            <ac:picMk id="120" creationId="{BE083612-50D8-CE9B-CFAA-29D11109B16F}"/>
          </ac:picMkLst>
        </pc:picChg>
      </pc:sldChg>
      <pc:sldChg chg="addSp delSp modSp mod">
        <pc:chgData name="Sohel" userId="08cff84b-14e0-4d2c-9531-20cf753f4501" providerId="ADAL" clId="{84374195-D612-4124-93FA-FDF872673EE6}" dt="2026-10-23T13:31:06.199" v="1141" actId="1076"/>
        <pc:sldMkLst>
          <pc:docMk/>
          <pc:sldMk cId="2932189250" sldId="260"/>
        </pc:sldMkLst>
        <pc:spChg chg="add mod">
          <ac:chgData name="Sohel" userId="08cff84b-14e0-4d2c-9531-20cf753f4501" providerId="ADAL" clId="{84374195-D612-4124-93FA-FDF872673EE6}" dt="2026-10-23T13:31:06.199" v="1141" actId="1076"/>
          <ac:spMkLst>
            <pc:docMk/>
            <pc:sldMk cId="2932189250" sldId="260"/>
            <ac:spMk id="3" creationId="{DA6551B4-2CC7-834B-DF7B-37EA18E70799}"/>
          </ac:spMkLst>
        </pc:spChg>
        <pc:spChg chg="mod">
          <ac:chgData name="Sohel" userId="08cff84b-14e0-4d2c-9531-20cf753f4501" providerId="ADAL" clId="{84374195-D612-4124-93FA-FDF872673EE6}" dt="2026-10-23T13:31:06.199" v="1141" actId="1076"/>
          <ac:spMkLst>
            <pc:docMk/>
            <pc:sldMk cId="2932189250" sldId="260"/>
            <ac:spMk id="20" creationId="{217E7DB5-A9BE-644F-6FDD-60A58120D5A9}"/>
          </ac:spMkLst>
        </pc:spChg>
        <pc:spChg chg="mod">
          <ac:chgData name="Sohel" userId="08cff84b-14e0-4d2c-9531-20cf753f4501" providerId="ADAL" clId="{84374195-D612-4124-93FA-FDF872673EE6}" dt="2026-10-23T13:31:06.199" v="1141" actId="1076"/>
          <ac:spMkLst>
            <pc:docMk/>
            <pc:sldMk cId="2932189250" sldId="260"/>
            <ac:spMk id="28" creationId="{032942B4-894C-D4FC-6663-C1BD73C6AA0A}"/>
          </ac:spMkLst>
        </pc:spChg>
        <pc:spChg chg="mod">
          <ac:chgData name="Sohel" userId="08cff84b-14e0-4d2c-9531-20cf753f4501" providerId="ADAL" clId="{84374195-D612-4124-93FA-FDF872673EE6}" dt="2026-10-23T13:31:06.199" v="1141" actId="1076"/>
          <ac:spMkLst>
            <pc:docMk/>
            <pc:sldMk cId="2932189250" sldId="260"/>
            <ac:spMk id="39" creationId="{9C9F90A9-050D-D2C2-FB08-FD15853B2E58}"/>
          </ac:spMkLst>
        </pc:spChg>
        <pc:spChg chg="mod">
          <ac:chgData name="Sohel" userId="08cff84b-14e0-4d2c-9531-20cf753f4501" providerId="ADAL" clId="{84374195-D612-4124-93FA-FDF872673EE6}" dt="2026-10-23T13:31:06.199" v="1141" actId="1076"/>
          <ac:spMkLst>
            <pc:docMk/>
            <pc:sldMk cId="2932189250" sldId="260"/>
            <ac:spMk id="46" creationId="{CE585871-47CD-0EF0-ED22-9E691D29C78C}"/>
          </ac:spMkLst>
        </pc:spChg>
        <pc:spChg chg="del">
          <ac:chgData name="Sohel" userId="08cff84b-14e0-4d2c-9531-20cf753f4501" providerId="ADAL" clId="{84374195-D612-4124-93FA-FDF872673EE6}" dt="2026-10-23T13:30:56.117" v="1138" actId="478"/>
          <ac:spMkLst>
            <pc:docMk/>
            <pc:sldMk cId="2932189250" sldId="260"/>
            <ac:spMk id="57" creationId="{BAA49556-F75B-79D7-B842-6E57B051C83D}"/>
          </ac:spMkLst>
        </pc:spChg>
        <pc:spChg chg="del">
          <ac:chgData name="Sohel" userId="08cff84b-14e0-4d2c-9531-20cf753f4501" providerId="ADAL" clId="{84374195-D612-4124-93FA-FDF872673EE6}" dt="2026-10-23T13:30:59.498" v="1139" actId="478"/>
          <ac:spMkLst>
            <pc:docMk/>
            <pc:sldMk cId="2932189250" sldId="260"/>
            <ac:spMk id="58" creationId="{FBC7E991-D04D-2BFD-FFFA-F05AFF248B85}"/>
          </ac:spMkLst>
        </pc:spChg>
        <pc:spChg chg="del">
          <ac:chgData name="Sohel" userId="08cff84b-14e0-4d2c-9531-20cf753f4501" providerId="ADAL" clId="{84374195-D612-4124-93FA-FDF872673EE6}" dt="2026-10-23T13:30:59.498" v="1139" actId="478"/>
          <ac:spMkLst>
            <pc:docMk/>
            <pc:sldMk cId="2932189250" sldId="260"/>
            <ac:spMk id="59" creationId="{6F32203D-52C2-098B-666F-D9169A91936C}"/>
          </ac:spMkLst>
        </pc:spChg>
        <pc:spChg chg="del">
          <ac:chgData name="Sohel" userId="08cff84b-14e0-4d2c-9531-20cf753f4501" providerId="ADAL" clId="{84374195-D612-4124-93FA-FDF872673EE6}" dt="2026-10-23T13:30:59.498" v="1139" actId="478"/>
          <ac:spMkLst>
            <pc:docMk/>
            <pc:sldMk cId="2932189250" sldId="260"/>
            <ac:spMk id="60" creationId="{CEE4BD31-AA2D-BF66-199D-2AAFFE881982}"/>
          </ac:spMkLst>
        </pc:spChg>
        <pc:spChg chg="del">
          <ac:chgData name="Sohel" userId="08cff84b-14e0-4d2c-9531-20cf753f4501" providerId="ADAL" clId="{84374195-D612-4124-93FA-FDF872673EE6}" dt="2026-10-23T13:30:59.498" v="1139" actId="478"/>
          <ac:spMkLst>
            <pc:docMk/>
            <pc:sldMk cId="2932189250" sldId="260"/>
            <ac:spMk id="61" creationId="{A5F44AB1-56B9-66AF-E222-7E42541FAB05}"/>
          </ac:spMkLst>
        </pc:spChg>
        <pc:spChg chg="del">
          <ac:chgData name="Sohel" userId="08cff84b-14e0-4d2c-9531-20cf753f4501" providerId="ADAL" clId="{84374195-D612-4124-93FA-FDF872673EE6}" dt="2026-10-23T13:12:44.865" v="949" actId="478"/>
          <ac:spMkLst>
            <pc:docMk/>
            <pc:sldMk cId="2932189250" sldId="260"/>
            <ac:spMk id="147" creationId="{D74B2639-7D76-FC0A-BD43-6D0AE9AAD751}"/>
          </ac:spMkLst>
        </pc:spChg>
        <pc:spChg chg="del">
          <ac:chgData name="Sohel" userId="08cff84b-14e0-4d2c-9531-20cf753f4501" providerId="ADAL" clId="{84374195-D612-4124-93FA-FDF872673EE6}" dt="2026-10-23T13:12:46.628" v="950" actId="478"/>
          <ac:spMkLst>
            <pc:docMk/>
            <pc:sldMk cId="2932189250" sldId="260"/>
            <ac:spMk id="150" creationId="{118E080B-AD59-7D6D-27E5-A2A621D1B737}"/>
          </ac:spMkLst>
        </pc:spChg>
        <pc:spChg chg="del">
          <ac:chgData name="Sohel" userId="08cff84b-14e0-4d2c-9531-20cf753f4501" providerId="ADAL" clId="{84374195-D612-4124-93FA-FDF872673EE6}" dt="2026-10-23T13:12:46.628" v="950" actId="478"/>
          <ac:spMkLst>
            <pc:docMk/>
            <pc:sldMk cId="2932189250" sldId="260"/>
            <ac:spMk id="151" creationId="{F256E8F6-77BD-B4B4-4109-61ED5FE6FD3D}"/>
          </ac:spMkLst>
        </pc:spChg>
        <pc:spChg chg="del">
          <ac:chgData name="Sohel" userId="08cff84b-14e0-4d2c-9531-20cf753f4501" providerId="ADAL" clId="{84374195-D612-4124-93FA-FDF872673EE6}" dt="2026-10-23T13:12:44.865" v="949" actId="478"/>
          <ac:spMkLst>
            <pc:docMk/>
            <pc:sldMk cId="2932189250" sldId="260"/>
            <ac:spMk id="152" creationId="{90B3FB75-0CAE-C116-17F3-5D986F77FCC0}"/>
          </ac:spMkLst>
        </pc:spChg>
        <pc:spChg chg="del">
          <ac:chgData name="Sohel" userId="08cff84b-14e0-4d2c-9531-20cf753f4501" providerId="ADAL" clId="{84374195-D612-4124-93FA-FDF872673EE6}" dt="2026-10-23T13:12:44.865" v="949" actId="478"/>
          <ac:spMkLst>
            <pc:docMk/>
            <pc:sldMk cId="2932189250" sldId="260"/>
            <ac:spMk id="153" creationId="{A1F07556-2717-C5D1-C5C1-0884BC4D6419}"/>
          </ac:spMkLst>
        </pc:spChg>
        <pc:spChg chg="del">
          <ac:chgData name="Sohel" userId="08cff84b-14e0-4d2c-9531-20cf753f4501" providerId="ADAL" clId="{84374195-D612-4124-93FA-FDF872673EE6}" dt="2026-10-23T13:12:44.865" v="949" actId="478"/>
          <ac:spMkLst>
            <pc:docMk/>
            <pc:sldMk cId="2932189250" sldId="260"/>
            <ac:spMk id="154" creationId="{29F4DE5D-8EB6-8951-3691-25D7CDBD1B08}"/>
          </ac:spMkLst>
        </pc:spChg>
        <pc:spChg chg="del">
          <ac:chgData name="Sohel" userId="08cff84b-14e0-4d2c-9531-20cf753f4501" providerId="ADAL" clId="{84374195-D612-4124-93FA-FDF872673EE6}" dt="2026-10-23T13:12:46.628" v="950" actId="478"/>
          <ac:spMkLst>
            <pc:docMk/>
            <pc:sldMk cId="2932189250" sldId="260"/>
            <ac:spMk id="155" creationId="{7F0253E4-FF16-D419-ED32-EF67699411E4}"/>
          </ac:spMkLst>
        </pc:spChg>
        <pc:spChg chg="del">
          <ac:chgData name="Sohel" userId="08cff84b-14e0-4d2c-9531-20cf753f4501" providerId="ADAL" clId="{84374195-D612-4124-93FA-FDF872673EE6}" dt="2026-10-23T13:13:05.563" v="957" actId="478"/>
          <ac:spMkLst>
            <pc:docMk/>
            <pc:sldMk cId="2932189250" sldId="260"/>
            <ac:spMk id="161" creationId="{510326D9-5CF4-7060-7C26-672ADFB5688A}"/>
          </ac:spMkLst>
        </pc:spChg>
        <pc:grpChg chg="add mod">
          <ac:chgData name="Sohel" userId="08cff84b-14e0-4d2c-9531-20cf753f4501" providerId="ADAL" clId="{84374195-D612-4124-93FA-FDF872673EE6}" dt="2026-10-23T13:31:00.268" v="1140"/>
          <ac:grpSpMkLst>
            <pc:docMk/>
            <pc:sldMk cId="2932189250" sldId="260"/>
            <ac:grpSpMk id="2" creationId="{B33B2BB2-C90A-A619-70AB-48D34B099015}"/>
          </ac:grpSpMkLst>
        </pc:grpChg>
        <pc:grpChg chg="mod">
          <ac:chgData name="Sohel" userId="08cff84b-14e0-4d2c-9531-20cf753f4501" providerId="ADAL" clId="{84374195-D612-4124-93FA-FDF872673EE6}" dt="2026-10-23T13:31:06.199" v="1141" actId="1076"/>
          <ac:grpSpMkLst>
            <pc:docMk/>
            <pc:sldMk cId="2932189250" sldId="260"/>
            <ac:grpSpMk id="27" creationId="{D40BE00F-6D17-47CB-C09A-E6AB546F5892}"/>
          </ac:grpSpMkLst>
        </pc:grpChg>
        <pc:grpChg chg="mod">
          <ac:chgData name="Sohel" userId="08cff84b-14e0-4d2c-9531-20cf753f4501" providerId="ADAL" clId="{84374195-D612-4124-93FA-FDF872673EE6}" dt="2026-10-23T13:31:06.199" v="1141" actId="1076"/>
          <ac:grpSpMkLst>
            <pc:docMk/>
            <pc:sldMk cId="2932189250" sldId="260"/>
            <ac:grpSpMk id="34" creationId="{2F27EF15-4A26-A3AC-D6EC-2540714F8C05}"/>
          </ac:grpSpMkLst>
        </pc:grpChg>
        <pc:grpChg chg="mod">
          <ac:chgData name="Sohel" userId="08cff84b-14e0-4d2c-9531-20cf753f4501" providerId="ADAL" clId="{84374195-D612-4124-93FA-FDF872673EE6}" dt="2026-10-23T13:31:06.199" v="1141" actId="1076"/>
          <ac:grpSpMkLst>
            <pc:docMk/>
            <pc:sldMk cId="2932189250" sldId="260"/>
            <ac:grpSpMk id="45" creationId="{2D3A5064-3FF6-C2AF-434F-006C640E6C25}"/>
          </ac:grpSpMkLst>
        </pc:grpChg>
        <pc:grpChg chg="del">
          <ac:chgData name="Sohel" userId="08cff84b-14e0-4d2c-9531-20cf753f4501" providerId="ADAL" clId="{84374195-D612-4124-93FA-FDF872673EE6}" dt="2026-10-23T13:12:44.865" v="949" actId="478"/>
          <ac:grpSpMkLst>
            <pc:docMk/>
            <pc:sldMk cId="2932189250" sldId="260"/>
            <ac:grpSpMk id="156" creationId="{F6B5A61F-94D9-1B87-1318-FFD178460D11}"/>
          </ac:grpSpMkLst>
        </pc:grpChg>
        <pc:grpChg chg="del">
          <ac:chgData name="Sohel" userId="08cff84b-14e0-4d2c-9531-20cf753f4501" providerId="ADAL" clId="{84374195-D612-4124-93FA-FDF872673EE6}" dt="2026-10-23T13:12:44.865" v="949" actId="478"/>
          <ac:grpSpMkLst>
            <pc:docMk/>
            <pc:sldMk cId="2932189250" sldId="260"/>
            <ac:grpSpMk id="162" creationId="{0FF18880-35A2-F85F-CE31-0F84E130ACCD}"/>
          </ac:grpSpMkLst>
        </pc:grpChg>
        <pc:grpChg chg="del">
          <ac:chgData name="Sohel" userId="08cff84b-14e0-4d2c-9531-20cf753f4501" providerId="ADAL" clId="{84374195-D612-4124-93FA-FDF872673EE6}" dt="2026-10-23T13:12:44.865" v="949" actId="478"/>
          <ac:grpSpMkLst>
            <pc:docMk/>
            <pc:sldMk cId="2932189250" sldId="260"/>
            <ac:grpSpMk id="165" creationId="{19D17EB3-BB07-6687-112F-730279335DB5}"/>
          </ac:grpSpMkLst>
        </pc:grpChg>
        <pc:grpChg chg="del">
          <ac:chgData name="Sohel" userId="08cff84b-14e0-4d2c-9531-20cf753f4501" providerId="ADAL" clId="{84374195-D612-4124-93FA-FDF872673EE6}" dt="2026-10-23T13:12:44.865" v="949" actId="478"/>
          <ac:grpSpMkLst>
            <pc:docMk/>
            <pc:sldMk cId="2932189250" sldId="260"/>
            <ac:grpSpMk id="168" creationId="{C71711BD-04BA-D86A-AB23-91DA03CC14D9}"/>
          </ac:grpSpMkLst>
        </pc:grpChg>
        <pc:picChg chg="mod">
          <ac:chgData name="Sohel" userId="08cff84b-14e0-4d2c-9531-20cf753f4501" providerId="ADAL" clId="{84374195-D612-4124-93FA-FDF872673EE6}" dt="2026-10-23T13:31:00.268" v="1140"/>
          <ac:picMkLst>
            <pc:docMk/>
            <pc:sldMk cId="2932189250" sldId="260"/>
            <ac:picMk id="4" creationId="{0BE20961-68EA-55CF-9844-55CCA64F20B2}"/>
          </ac:picMkLst>
        </pc:picChg>
        <pc:picChg chg="add mod">
          <ac:chgData name="Sohel" userId="08cff84b-14e0-4d2c-9531-20cf753f4501" providerId="ADAL" clId="{84374195-D612-4124-93FA-FDF872673EE6}" dt="2026-10-23T13:31:06.199" v="1141" actId="1076"/>
          <ac:picMkLst>
            <pc:docMk/>
            <pc:sldMk cId="2932189250" sldId="260"/>
            <ac:picMk id="5" creationId="{0DB3626C-1BD8-0318-5DCB-B2A3F2F81BD8}"/>
          </ac:picMkLst>
        </pc:picChg>
        <pc:picChg chg="mod">
          <ac:chgData name="Sohel" userId="08cff84b-14e0-4d2c-9531-20cf753f4501" providerId="ADAL" clId="{84374195-D612-4124-93FA-FDF872673EE6}" dt="2026-10-23T13:31:00.268" v="1140"/>
          <ac:picMkLst>
            <pc:docMk/>
            <pc:sldMk cId="2932189250" sldId="260"/>
            <ac:picMk id="6" creationId="{F61C2073-4734-19D8-C992-E32019CC05CB}"/>
          </ac:picMkLst>
        </pc:picChg>
        <pc:picChg chg="del">
          <ac:chgData name="Sohel" userId="08cff84b-14e0-4d2c-9531-20cf753f4501" providerId="ADAL" clId="{84374195-D612-4124-93FA-FDF872673EE6}" dt="2026-10-23T13:12:44.865" v="949" actId="478"/>
          <ac:picMkLst>
            <pc:docMk/>
            <pc:sldMk cId="2932189250" sldId="260"/>
            <ac:picMk id="148" creationId="{9C0908BB-1BA1-6462-DD90-CED89B6BE9C7}"/>
          </ac:picMkLst>
        </pc:picChg>
        <pc:picChg chg="del">
          <ac:chgData name="Sohel" userId="08cff84b-14e0-4d2c-9531-20cf753f4501" providerId="ADAL" clId="{84374195-D612-4124-93FA-FDF872673EE6}" dt="2026-10-23T13:12:44.865" v="949" actId="478"/>
          <ac:picMkLst>
            <pc:docMk/>
            <pc:sldMk cId="2932189250" sldId="260"/>
            <ac:picMk id="149" creationId="{0DF4A975-BB9C-766A-EF41-7B1C97CBBFD1}"/>
          </ac:picMkLst>
        </pc:picChg>
        <pc:picChg chg="mod">
          <ac:chgData name="Sohel" userId="08cff84b-14e0-4d2c-9531-20cf753f4501" providerId="ADAL" clId="{84374195-D612-4124-93FA-FDF872673EE6}" dt="2026-10-23T13:31:06.199" v="1141" actId="1076"/>
          <ac:picMkLst>
            <pc:docMk/>
            <pc:sldMk cId="2932189250" sldId="260"/>
            <ac:picMk id="175" creationId="{2093E2EA-D12E-B35B-F723-94B613C16BA4}"/>
          </ac:picMkLst>
        </pc:picChg>
        <pc:picChg chg="del">
          <ac:chgData name="Sohel" userId="08cff84b-14e0-4d2c-9531-20cf753f4501" providerId="ADAL" clId="{84374195-D612-4124-93FA-FDF872673EE6}" dt="2026-10-23T13:30:56.117" v="1138" actId="478"/>
          <ac:picMkLst>
            <pc:docMk/>
            <pc:sldMk cId="2932189250" sldId="260"/>
            <ac:picMk id="177" creationId="{BF019DF8-BDD4-C517-C4EC-8462B5F6471A}"/>
          </ac:picMkLst>
        </pc:picChg>
      </pc:sldChg>
      <pc:sldChg chg="addSp delSp modSp mod">
        <pc:chgData name="Sohel" userId="08cff84b-14e0-4d2c-9531-20cf753f4501" providerId="ADAL" clId="{84374195-D612-4124-93FA-FDF872673EE6}" dt="2026-10-23T13:31:19.383" v="1144" actId="1076"/>
        <pc:sldMkLst>
          <pc:docMk/>
          <pc:sldMk cId="3201130012" sldId="261"/>
        </pc:sldMkLst>
        <pc:spChg chg="mod">
          <ac:chgData name="Sohel" userId="08cff84b-14e0-4d2c-9531-20cf753f4501" providerId="ADAL" clId="{84374195-D612-4124-93FA-FDF872673EE6}" dt="2026-10-23T13:31:19.383" v="1144" actId="1076"/>
          <ac:spMkLst>
            <pc:docMk/>
            <pc:sldMk cId="3201130012" sldId="261"/>
            <ac:spMk id="7" creationId="{FA132037-5FFB-AECE-CD2C-24EFDC27AC85}"/>
          </ac:spMkLst>
        </pc:spChg>
        <pc:spChg chg="mod">
          <ac:chgData name="Sohel" userId="08cff84b-14e0-4d2c-9531-20cf753f4501" providerId="ADAL" clId="{84374195-D612-4124-93FA-FDF872673EE6}" dt="2026-10-23T13:31:19.383" v="1144" actId="1076"/>
          <ac:spMkLst>
            <pc:docMk/>
            <pc:sldMk cId="3201130012" sldId="261"/>
            <ac:spMk id="10" creationId="{0A3898CC-19CC-6324-548F-0891EB90F336}"/>
          </ac:spMkLst>
        </pc:spChg>
        <pc:spChg chg="mod">
          <ac:chgData name="Sohel" userId="08cff84b-14e0-4d2c-9531-20cf753f4501" providerId="ADAL" clId="{84374195-D612-4124-93FA-FDF872673EE6}" dt="2026-10-23T13:31:19.383" v="1144" actId="1076"/>
          <ac:spMkLst>
            <pc:docMk/>
            <pc:sldMk cId="3201130012" sldId="261"/>
            <ac:spMk id="11" creationId="{50C07B18-848D-A4B9-DD80-0EBB4E6F1D50}"/>
          </ac:spMkLst>
        </pc:spChg>
        <pc:spChg chg="mod">
          <ac:chgData name="Sohel" userId="08cff84b-14e0-4d2c-9531-20cf753f4501" providerId="ADAL" clId="{84374195-D612-4124-93FA-FDF872673EE6}" dt="2026-10-23T13:31:19.383" v="1144" actId="1076"/>
          <ac:spMkLst>
            <pc:docMk/>
            <pc:sldMk cId="3201130012" sldId="261"/>
            <ac:spMk id="55" creationId="{264ACACF-C18F-26EB-EB19-7CDD0CB77436}"/>
          </ac:spMkLst>
        </pc:spChg>
        <pc:spChg chg="del">
          <ac:chgData name="Sohel" userId="08cff84b-14e0-4d2c-9531-20cf753f4501" providerId="ADAL" clId="{84374195-D612-4124-93FA-FDF872673EE6}" dt="2026-10-23T13:31:11.955" v="1142" actId="478"/>
          <ac:spMkLst>
            <pc:docMk/>
            <pc:sldMk cId="3201130012" sldId="261"/>
            <ac:spMk id="57" creationId="{6FC3136D-9999-878F-3D7D-870C2571DF64}"/>
          </ac:spMkLst>
        </pc:spChg>
        <pc:spChg chg="del">
          <ac:chgData name="Sohel" userId="08cff84b-14e0-4d2c-9531-20cf753f4501" providerId="ADAL" clId="{84374195-D612-4124-93FA-FDF872673EE6}" dt="2026-10-23T13:31:11.955" v="1142" actId="478"/>
          <ac:spMkLst>
            <pc:docMk/>
            <pc:sldMk cId="3201130012" sldId="261"/>
            <ac:spMk id="58" creationId="{3679D859-5247-C9D0-FEFC-CE54AB3F07D6}"/>
          </ac:spMkLst>
        </pc:spChg>
        <pc:spChg chg="del">
          <ac:chgData name="Sohel" userId="08cff84b-14e0-4d2c-9531-20cf753f4501" providerId="ADAL" clId="{84374195-D612-4124-93FA-FDF872673EE6}" dt="2026-10-23T13:31:11.955" v="1142" actId="478"/>
          <ac:spMkLst>
            <pc:docMk/>
            <pc:sldMk cId="3201130012" sldId="261"/>
            <ac:spMk id="59" creationId="{726B7EBC-24BF-5215-B639-AECC41DD621C}"/>
          </ac:spMkLst>
        </pc:spChg>
        <pc:spChg chg="del">
          <ac:chgData name="Sohel" userId="08cff84b-14e0-4d2c-9531-20cf753f4501" providerId="ADAL" clId="{84374195-D612-4124-93FA-FDF872673EE6}" dt="2026-10-23T13:31:11.955" v="1142" actId="478"/>
          <ac:spMkLst>
            <pc:docMk/>
            <pc:sldMk cId="3201130012" sldId="261"/>
            <ac:spMk id="60" creationId="{51D11777-F988-E65C-9CCE-A2832EA5117D}"/>
          </ac:spMkLst>
        </pc:spChg>
        <pc:spChg chg="del">
          <ac:chgData name="Sohel" userId="08cff84b-14e0-4d2c-9531-20cf753f4501" providerId="ADAL" clId="{84374195-D612-4124-93FA-FDF872673EE6}" dt="2026-10-23T13:31:11.955" v="1142" actId="478"/>
          <ac:spMkLst>
            <pc:docMk/>
            <pc:sldMk cId="3201130012" sldId="261"/>
            <ac:spMk id="61" creationId="{F1772C79-1841-3219-34BC-8CA406C88972}"/>
          </ac:spMkLst>
        </pc:spChg>
        <pc:grpChg chg="add mod">
          <ac:chgData name="Sohel" userId="08cff84b-14e0-4d2c-9531-20cf753f4501" providerId="ADAL" clId="{84374195-D612-4124-93FA-FDF872673EE6}" dt="2026-10-23T13:31:12.624" v="1143"/>
          <ac:grpSpMkLst>
            <pc:docMk/>
            <pc:sldMk cId="3201130012" sldId="261"/>
            <ac:grpSpMk id="2" creationId="{A5F4D3DC-878C-8EF3-89BC-FD6332797FEC}"/>
          </ac:grpSpMkLst>
        </pc:grpChg>
        <pc:picChg chg="mod">
          <ac:chgData name="Sohel" userId="08cff84b-14e0-4d2c-9531-20cf753f4501" providerId="ADAL" clId="{84374195-D612-4124-93FA-FDF872673EE6}" dt="2026-10-23T13:31:12.624" v="1143"/>
          <ac:picMkLst>
            <pc:docMk/>
            <pc:sldMk cId="3201130012" sldId="261"/>
            <ac:picMk id="3" creationId="{419C14CF-21C9-696A-259A-0ABC7F629AB9}"/>
          </ac:picMkLst>
        </pc:picChg>
        <pc:picChg chg="mod">
          <ac:chgData name="Sohel" userId="08cff84b-14e0-4d2c-9531-20cf753f4501" providerId="ADAL" clId="{84374195-D612-4124-93FA-FDF872673EE6}" dt="2026-10-23T13:31:12.624" v="1143"/>
          <ac:picMkLst>
            <pc:docMk/>
            <pc:sldMk cId="3201130012" sldId="261"/>
            <ac:picMk id="4" creationId="{E54FCEB1-2518-4B99-CC4F-F8ACC9ACED2E}"/>
          </ac:picMkLst>
        </pc:picChg>
        <pc:picChg chg="mod">
          <ac:chgData name="Sohel" userId="08cff84b-14e0-4d2c-9531-20cf753f4501" providerId="ADAL" clId="{84374195-D612-4124-93FA-FDF872673EE6}" dt="2026-10-23T13:31:19.383" v="1144" actId="1076"/>
          <ac:picMkLst>
            <pc:docMk/>
            <pc:sldMk cId="3201130012" sldId="261"/>
            <ac:picMk id="9" creationId="{72379FF6-2C09-7041-9386-05D9A31569B8}"/>
          </ac:picMkLst>
        </pc:picChg>
        <pc:picChg chg="mod">
          <ac:chgData name="Sohel" userId="08cff84b-14e0-4d2c-9531-20cf753f4501" providerId="ADAL" clId="{84374195-D612-4124-93FA-FDF872673EE6}" dt="2026-10-23T13:31:19.383" v="1144" actId="1076"/>
          <ac:picMkLst>
            <pc:docMk/>
            <pc:sldMk cId="3201130012" sldId="261"/>
            <ac:picMk id="62" creationId="{59A61295-365E-D5BC-C7F9-13F3937A4D92}"/>
          </ac:picMkLst>
        </pc:picChg>
        <pc:picChg chg="mod">
          <ac:chgData name="Sohel" userId="08cff84b-14e0-4d2c-9531-20cf753f4501" providerId="ADAL" clId="{84374195-D612-4124-93FA-FDF872673EE6}" dt="2026-10-23T13:31:19.383" v="1144" actId="1076"/>
          <ac:picMkLst>
            <pc:docMk/>
            <pc:sldMk cId="3201130012" sldId="261"/>
            <ac:picMk id="64" creationId="{AF76F0F3-6798-7A81-7154-C7E33B67E032}"/>
          </ac:picMkLst>
        </pc:picChg>
        <pc:picChg chg="del">
          <ac:chgData name="Sohel" userId="08cff84b-14e0-4d2c-9531-20cf753f4501" providerId="ADAL" clId="{84374195-D612-4124-93FA-FDF872673EE6}" dt="2026-10-23T13:31:11.955" v="1142" actId="478"/>
          <ac:picMkLst>
            <pc:docMk/>
            <pc:sldMk cId="3201130012" sldId="261"/>
            <ac:picMk id="66" creationId="{78D012EE-AA27-B55C-688C-51F6216D0759}"/>
          </ac:picMkLst>
        </pc:picChg>
      </pc:sldChg>
      <pc:sldChg chg="delSp modSp del mod">
        <pc:chgData name="Sohel" userId="08cff84b-14e0-4d2c-9531-20cf753f4501" providerId="ADAL" clId="{84374195-D612-4124-93FA-FDF872673EE6}" dt="2026-10-23T13:13:20.776" v="982" actId="47"/>
        <pc:sldMkLst>
          <pc:docMk/>
          <pc:sldMk cId="193497199" sldId="262"/>
        </pc:sldMkLst>
        <pc:spChg chg="del">
          <ac:chgData name="Sohel" userId="08cff84b-14e0-4d2c-9531-20cf753f4501" providerId="ADAL" clId="{84374195-D612-4124-93FA-FDF872673EE6}" dt="2026-10-23T13:12:54.590" v="951" actId="478"/>
          <ac:spMkLst>
            <pc:docMk/>
            <pc:sldMk cId="193497199" sldId="262"/>
            <ac:spMk id="7" creationId="{8DD70074-2DC2-F93E-09CA-5561B95597CF}"/>
          </ac:spMkLst>
        </pc:spChg>
        <pc:spChg chg="del">
          <ac:chgData name="Sohel" userId="08cff84b-14e0-4d2c-9531-20cf753f4501" providerId="ADAL" clId="{84374195-D612-4124-93FA-FDF872673EE6}" dt="2026-10-23T13:12:54.590" v="951" actId="478"/>
          <ac:spMkLst>
            <pc:docMk/>
            <pc:sldMk cId="193497199" sldId="262"/>
            <ac:spMk id="8" creationId="{C7E67412-2061-95DB-389F-868AD9212ECF}"/>
          </ac:spMkLst>
        </pc:spChg>
        <pc:spChg chg="del">
          <ac:chgData name="Sohel" userId="08cff84b-14e0-4d2c-9531-20cf753f4501" providerId="ADAL" clId="{84374195-D612-4124-93FA-FDF872673EE6}" dt="2026-10-23T13:12:54.590" v="951" actId="478"/>
          <ac:spMkLst>
            <pc:docMk/>
            <pc:sldMk cId="193497199" sldId="262"/>
            <ac:spMk id="13" creationId="{CB3B5747-310A-0B9F-A23B-2B17E7FC979F}"/>
          </ac:spMkLst>
        </pc:spChg>
        <pc:spChg chg="del">
          <ac:chgData name="Sohel" userId="08cff84b-14e0-4d2c-9531-20cf753f4501" providerId="ADAL" clId="{84374195-D612-4124-93FA-FDF872673EE6}" dt="2026-10-23T13:12:54.590" v="951" actId="478"/>
          <ac:spMkLst>
            <pc:docMk/>
            <pc:sldMk cId="193497199" sldId="262"/>
            <ac:spMk id="32" creationId="{BD0E6CCF-9140-D1E8-A77E-0F4A1059029B}"/>
          </ac:spMkLst>
        </pc:spChg>
        <pc:spChg chg="del">
          <ac:chgData name="Sohel" userId="08cff84b-14e0-4d2c-9531-20cf753f4501" providerId="ADAL" clId="{84374195-D612-4124-93FA-FDF872673EE6}" dt="2026-10-23T13:13:11.404" v="958" actId="21"/>
          <ac:spMkLst>
            <pc:docMk/>
            <pc:sldMk cId="193497199" sldId="262"/>
            <ac:spMk id="62" creationId="{FA47FA5A-27CA-B5D8-9B82-EAD22AEBCFA6}"/>
          </ac:spMkLst>
        </pc:spChg>
        <pc:grpChg chg="del mod">
          <ac:chgData name="Sohel" userId="08cff84b-14e0-4d2c-9531-20cf753f4501" providerId="ADAL" clId="{84374195-D612-4124-93FA-FDF872673EE6}" dt="2026-10-23T13:12:57.113" v="956" actId="478"/>
          <ac:grpSpMkLst>
            <pc:docMk/>
            <pc:sldMk cId="193497199" sldId="262"/>
            <ac:grpSpMk id="14" creationId="{F467408A-035F-5E8C-3CA2-A561582712D2}"/>
          </ac:grpSpMkLst>
        </pc:grpChg>
        <pc:picChg chg="del mod">
          <ac:chgData name="Sohel" userId="08cff84b-14e0-4d2c-9531-20cf753f4501" providerId="ADAL" clId="{84374195-D612-4124-93FA-FDF872673EE6}" dt="2026-10-23T13:12:56.415" v="954" actId="478"/>
          <ac:picMkLst>
            <pc:docMk/>
            <pc:sldMk cId="193497199" sldId="262"/>
            <ac:picMk id="4" creationId="{D93402E1-BDC6-3E49-C5FB-C1D0BB3E8FCD}"/>
          </ac:picMkLst>
        </pc:picChg>
        <pc:picChg chg="del">
          <ac:chgData name="Sohel" userId="08cff84b-14e0-4d2c-9531-20cf753f4501" providerId="ADAL" clId="{84374195-D612-4124-93FA-FDF872673EE6}" dt="2026-10-23T13:12:55.860" v="952" actId="478"/>
          <ac:picMkLst>
            <pc:docMk/>
            <pc:sldMk cId="193497199" sldId="262"/>
            <ac:picMk id="5" creationId="{5A4A3828-8075-1FF1-6BF7-2619D7A4D059}"/>
          </ac:picMkLst>
        </pc:picChg>
        <pc:picChg chg="del">
          <ac:chgData name="Sohel" userId="08cff84b-14e0-4d2c-9531-20cf753f4501" providerId="ADAL" clId="{84374195-D612-4124-93FA-FDF872673EE6}" dt="2026-10-23T13:13:11.404" v="958" actId="21"/>
          <ac:picMkLst>
            <pc:docMk/>
            <pc:sldMk cId="193497199" sldId="262"/>
            <ac:picMk id="77" creationId="{A0172774-9A55-BCF0-B32B-9523B2EC5FB3}"/>
          </ac:picMkLst>
        </pc:picChg>
      </pc:sldChg>
      <pc:sldChg chg="addSp delSp modSp mod">
        <pc:chgData name="Sohel" userId="08cff84b-14e0-4d2c-9531-20cf753f4501" providerId="ADAL" clId="{84374195-D612-4124-93FA-FDF872673EE6}" dt="2026-10-23T13:31:34.535" v="1147" actId="1076"/>
        <pc:sldMkLst>
          <pc:docMk/>
          <pc:sldMk cId="2725832330" sldId="263"/>
        </pc:sldMkLst>
        <pc:spChg chg="mod">
          <ac:chgData name="Sohel" userId="08cff84b-14e0-4d2c-9531-20cf753f4501" providerId="ADAL" clId="{84374195-D612-4124-93FA-FDF872673EE6}" dt="2026-10-23T13:31:34.535" v="1147" actId="1076"/>
          <ac:spMkLst>
            <pc:docMk/>
            <pc:sldMk cId="2725832330" sldId="263"/>
            <ac:spMk id="20" creationId="{71B061E2-09F7-9A32-4736-B3AF889D2AE8}"/>
          </ac:spMkLst>
        </pc:spChg>
        <pc:spChg chg="del">
          <ac:chgData name="Sohel" userId="08cff84b-14e0-4d2c-9531-20cf753f4501" providerId="ADAL" clId="{84374195-D612-4124-93FA-FDF872673EE6}" dt="2026-10-23T13:31:27.977" v="1145" actId="478"/>
          <ac:spMkLst>
            <pc:docMk/>
            <pc:sldMk cId="2725832330" sldId="263"/>
            <ac:spMk id="57" creationId="{AFFCCD23-7788-169C-4F1E-EC4C74FF674C}"/>
          </ac:spMkLst>
        </pc:spChg>
        <pc:spChg chg="del">
          <ac:chgData name="Sohel" userId="08cff84b-14e0-4d2c-9531-20cf753f4501" providerId="ADAL" clId="{84374195-D612-4124-93FA-FDF872673EE6}" dt="2026-10-23T13:31:27.977" v="1145" actId="478"/>
          <ac:spMkLst>
            <pc:docMk/>
            <pc:sldMk cId="2725832330" sldId="263"/>
            <ac:spMk id="58" creationId="{2F9DE254-FD70-A826-6EB5-AFB8C23620A4}"/>
          </ac:spMkLst>
        </pc:spChg>
        <pc:spChg chg="del">
          <ac:chgData name="Sohel" userId="08cff84b-14e0-4d2c-9531-20cf753f4501" providerId="ADAL" clId="{84374195-D612-4124-93FA-FDF872673EE6}" dt="2026-10-23T13:31:27.977" v="1145" actId="478"/>
          <ac:spMkLst>
            <pc:docMk/>
            <pc:sldMk cId="2725832330" sldId="263"/>
            <ac:spMk id="59" creationId="{EB6333E9-4354-DEF5-74DC-D40FF4B35BCC}"/>
          </ac:spMkLst>
        </pc:spChg>
        <pc:spChg chg="del">
          <ac:chgData name="Sohel" userId="08cff84b-14e0-4d2c-9531-20cf753f4501" providerId="ADAL" clId="{84374195-D612-4124-93FA-FDF872673EE6}" dt="2026-10-23T13:31:27.977" v="1145" actId="478"/>
          <ac:spMkLst>
            <pc:docMk/>
            <pc:sldMk cId="2725832330" sldId="263"/>
            <ac:spMk id="60" creationId="{0D0BDE84-0CCB-A490-EA33-E21ED03F5C43}"/>
          </ac:spMkLst>
        </pc:spChg>
        <pc:spChg chg="del">
          <ac:chgData name="Sohel" userId="08cff84b-14e0-4d2c-9531-20cf753f4501" providerId="ADAL" clId="{84374195-D612-4124-93FA-FDF872673EE6}" dt="2026-10-23T13:31:27.977" v="1145" actId="478"/>
          <ac:spMkLst>
            <pc:docMk/>
            <pc:sldMk cId="2725832330" sldId="263"/>
            <ac:spMk id="61" creationId="{83E26C90-80A8-342F-71C9-7BD68994AB78}"/>
          </ac:spMkLst>
        </pc:spChg>
        <pc:grpChg chg="add mod">
          <ac:chgData name="Sohel" userId="08cff84b-14e0-4d2c-9531-20cf753f4501" providerId="ADAL" clId="{84374195-D612-4124-93FA-FDF872673EE6}" dt="2026-10-23T13:31:28.678" v="1146"/>
          <ac:grpSpMkLst>
            <pc:docMk/>
            <pc:sldMk cId="2725832330" sldId="263"/>
            <ac:grpSpMk id="2" creationId="{5FCF65AD-2834-61CE-C64A-772DD59B9005}"/>
          </ac:grpSpMkLst>
        </pc:grpChg>
        <pc:graphicFrameChg chg="mod">
          <ac:chgData name="Sohel" userId="08cff84b-14e0-4d2c-9531-20cf753f4501" providerId="ADAL" clId="{84374195-D612-4124-93FA-FDF872673EE6}" dt="2026-10-23T13:31:34.535" v="1147" actId="1076"/>
          <ac:graphicFrameMkLst>
            <pc:docMk/>
            <pc:sldMk cId="2725832330" sldId="263"/>
            <ac:graphicFrameMk id="4" creationId="{00FA5B25-F65C-6FF6-ACAC-DCC25DA97DBE}"/>
          </ac:graphicFrameMkLst>
        </pc:graphicFrameChg>
        <pc:graphicFrameChg chg="mod">
          <ac:chgData name="Sohel" userId="08cff84b-14e0-4d2c-9531-20cf753f4501" providerId="ADAL" clId="{84374195-D612-4124-93FA-FDF872673EE6}" dt="2026-10-23T13:31:34.535" v="1147" actId="1076"/>
          <ac:graphicFrameMkLst>
            <pc:docMk/>
            <pc:sldMk cId="2725832330" sldId="263"/>
            <ac:graphicFrameMk id="7" creationId="{624F7A68-81FD-7854-4E0F-3ED4E8CE6727}"/>
          </ac:graphicFrameMkLst>
        </pc:graphicFrameChg>
        <pc:picChg chg="mod">
          <ac:chgData name="Sohel" userId="08cff84b-14e0-4d2c-9531-20cf753f4501" providerId="ADAL" clId="{84374195-D612-4124-93FA-FDF872673EE6}" dt="2026-10-23T13:31:28.678" v="1146"/>
          <ac:picMkLst>
            <pc:docMk/>
            <pc:sldMk cId="2725832330" sldId="263"/>
            <ac:picMk id="3" creationId="{545D8A94-8036-E064-F1A3-1EA013683CE3}"/>
          </ac:picMkLst>
        </pc:picChg>
        <pc:picChg chg="mod">
          <ac:chgData name="Sohel" userId="08cff84b-14e0-4d2c-9531-20cf753f4501" providerId="ADAL" clId="{84374195-D612-4124-93FA-FDF872673EE6}" dt="2026-10-23T13:31:28.678" v="1146"/>
          <ac:picMkLst>
            <pc:docMk/>
            <pc:sldMk cId="2725832330" sldId="263"/>
            <ac:picMk id="5" creationId="{8931CE8C-171F-8E3F-19BE-C27EFB616A26}"/>
          </ac:picMkLst>
        </pc:picChg>
        <pc:picChg chg="del">
          <ac:chgData name="Sohel" userId="08cff84b-14e0-4d2c-9531-20cf753f4501" providerId="ADAL" clId="{84374195-D612-4124-93FA-FDF872673EE6}" dt="2026-10-23T13:31:27.977" v="1145" actId="478"/>
          <ac:picMkLst>
            <pc:docMk/>
            <pc:sldMk cId="2725832330" sldId="263"/>
            <ac:picMk id="9" creationId="{3607F397-6534-62F4-B602-B33E2603CA3B}"/>
          </ac:picMkLst>
        </pc:picChg>
      </pc:sldChg>
      <pc:sldChg chg="addSp delSp modSp mod">
        <pc:chgData name="Sohel" userId="08cff84b-14e0-4d2c-9531-20cf753f4501" providerId="ADAL" clId="{84374195-D612-4124-93FA-FDF872673EE6}" dt="2026-10-23T13:31:48.310" v="1150" actId="1076"/>
        <pc:sldMkLst>
          <pc:docMk/>
          <pc:sldMk cId="1415131776" sldId="264"/>
        </pc:sldMkLst>
        <pc:spChg chg="mod">
          <ac:chgData name="Sohel" userId="08cff84b-14e0-4d2c-9531-20cf753f4501" providerId="ADAL" clId="{84374195-D612-4124-93FA-FDF872673EE6}" dt="2026-10-23T13:31:48.310" v="1150" actId="1076"/>
          <ac:spMkLst>
            <pc:docMk/>
            <pc:sldMk cId="1415131776" sldId="264"/>
            <ac:spMk id="5" creationId="{2A15D16C-ED11-FBFA-D456-58A982FD26D0}"/>
          </ac:spMkLst>
        </pc:spChg>
        <pc:spChg chg="mod">
          <ac:chgData name="Sohel" userId="08cff84b-14e0-4d2c-9531-20cf753f4501" providerId="ADAL" clId="{84374195-D612-4124-93FA-FDF872673EE6}" dt="2026-10-23T13:31:48.310" v="1150" actId="1076"/>
          <ac:spMkLst>
            <pc:docMk/>
            <pc:sldMk cId="1415131776" sldId="264"/>
            <ac:spMk id="14" creationId="{CE34815F-135E-640E-9C86-A58C2E3A4B34}"/>
          </ac:spMkLst>
        </pc:spChg>
        <pc:spChg chg="mod">
          <ac:chgData name="Sohel" userId="08cff84b-14e0-4d2c-9531-20cf753f4501" providerId="ADAL" clId="{84374195-D612-4124-93FA-FDF872673EE6}" dt="2026-10-23T13:31:48.310" v="1150" actId="1076"/>
          <ac:spMkLst>
            <pc:docMk/>
            <pc:sldMk cId="1415131776" sldId="264"/>
            <ac:spMk id="20" creationId="{B96AB0B0-E6EA-6A20-9796-9B825CED2E6C}"/>
          </ac:spMkLst>
        </pc:spChg>
        <pc:spChg chg="del">
          <ac:chgData name="Sohel" userId="08cff84b-14e0-4d2c-9531-20cf753f4501" providerId="ADAL" clId="{84374195-D612-4124-93FA-FDF872673EE6}" dt="2026-10-23T13:31:41.907" v="1148" actId="478"/>
          <ac:spMkLst>
            <pc:docMk/>
            <pc:sldMk cId="1415131776" sldId="264"/>
            <ac:spMk id="57" creationId="{EDD6411C-C75D-BE7E-FA34-9411BB300EEE}"/>
          </ac:spMkLst>
        </pc:spChg>
        <pc:spChg chg="del">
          <ac:chgData name="Sohel" userId="08cff84b-14e0-4d2c-9531-20cf753f4501" providerId="ADAL" clId="{84374195-D612-4124-93FA-FDF872673EE6}" dt="2026-10-23T13:31:41.907" v="1148" actId="478"/>
          <ac:spMkLst>
            <pc:docMk/>
            <pc:sldMk cId="1415131776" sldId="264"/>
            <ac:spMk id="58" creationId="{388BF637-62BB-87C2-6FBC-D922C4D1E828}"/>
          </ac:spMkLst>
        </pc:spChg>
        <pc:spChg chg="del">
          <ac:chgData name="Sohel" userId="08cff84b-14e0-4d2c-9531-20cf753f4501" providerId="ADAL" clId="{84374195-D612-4124-93FA-FDF872673EE6}" dt="2026-10-23T13:31:41.907" v="1148" actId="478"/>
          <ac:spMkLst>
            <pc:docMk/>
            <pc:sldMk cId="1415131776" sldId="264"/>
            <ac:spMk id="59" creationId="{59B416CE-F4DB-5CB2-5448-FA38D7FD5683}"/>
          </ac:spMkLst>
        </pc:spChg>
        <pc:spChg chg="del">
          <ac:chgData name="Sohel" userId="08cff84b-14e0-4d2c-9531-20cf753f4501" providerId="ADAL" clId="{84374195-D612-4124-93FA-FDF872673EE6}" dt="2026-10-23T13:31:41.907" v="1148" actId="478"/>
          <ac:spMkLst>
            <pc:docMk/>
            <pc:sldMk cId="1415131776" sldId="264"/>
            <ac:spMk id="60" creationId="{471D7421-E293-443B-0C74-99A42CFDBDBD}"/>
          </ac:spMkLst>
        </pc:spChg>
        <pc:spChg chg="del">
          <ac:chgData name="Sohel" userId="08cff84b-14e0-4d2c-9531-20cf753f4501" providerId="ADAL" clId="{84374195-D612-4124-93FA-FDF872673EE6}" dt="2026-10-23T13:31:41.907" v="1148" actId="478"/>
          <ac:spMkLst>
            <pc:docMk/>
            <pc:sldMk cId="1415131776" sldId="264"/>
            <ac:spMk id="61" creationId="{183DEC3A-8A7C-F498-08F0-A1945C8067B0}"/>
          </ac:spMkLst>
        </pc:spChg>
        <pc:grpChg chg="del">
          <ac:chgData name="Sohel" userId="08cff84b-14e0-4d2c-9531-20cf753f4501" providerId="ADAL" clId="{84374195-D612-4124-93FA-FDF872673EE6}" dt="2026-10-23T13:31:41.907" v="1148" actId="478"/>
          <ac:grpSpMkLst>
            <pc:docMk/>
            <pc:sldMk cId="1415131776" sldId="264"/>
            <ac:grpSpMk id="2" creationId="{A17CBF87-E278-AA0F-CFA9-FEEA4B5A6139}"/>
          </ac:grpSpMkLst>
        </pc:grpChg>
        <pc:grpChg chg="add mod">
          <ac:chgData name="Sohel" userId="08cff84b-14e0-4d2c-9531-20cf753f4501" providerId="ADAL" clId="{84374195-D612-4124-93FA-FDF872673EE6}" dt="2026-10-23T13:31:42.826" v="1149"/>
          <ac:grpSpMkLst>
            <pc:docMk/>
            <pc:sldMk cId="1415131776" sldId="264"/>
            <ac:grpSpMk id="4" creationId="{1B7100DC-ED77-6B8D-CE2F-1255F1EFC8E0}"/>
          </ac:grpSpMkLst>
        </pc:grpChg>
        <pc:grpChg chg="mod">
          <ac:chgData name="Sohel" userId="08cff84b-14e0-4d2c-9531-20cf753f4501" providerId="ADAL" clId="{84374195-D612-4124-93FA-FDF872673EE6}" dt="2026-10-23T13:31:48.310" v="1150" actId="1076"/>
          <ac:grpSpMkLst>
            <pc:docMk/>
            <pc:sldMk cId="1415131776" sldId="264"/>
            <ac:grpSpMk id="9" creationId="{D45C835F-6114-34A1-3C44-EE46C47FEF4B}"/>
          </ac:grpSpMkLst>
        </pc:grpChg>
        <pc:grpChg chg="mod">
          <ac:chgData name="Sohel" userId="08cff84b-14e0-4d2c-9531-20cf753f4501" providerId="ADAL" clId="{84374195-D612-4124-93FA-FDF872673EE6}" dt="2026-10-23T13:31:48.310" v="1150" actId="1076"/>
          <ac:grpSpMkLst>
            <pc:docMk/>
            <pc:sldMk cId="1415131776" sldId="264"/>
            <ac:grpSpMk id="22" creationId="{77BC9283-2A03-F534-37C7-18E1426B3806}"/>
          </ac:grpSpMkLst>
        </pc:grpChg>
        <pc:graphicFrameChg chg="mod">
          <ac:chgData name="Sohel" userId="08cff84b-14e0-4d2c-9531-20cf753f4501" providerId="ADAL" clId="{84374195-D612-4124-93FA-FDF872673EE6}" dt="2026-10-23T13:31:48.310" v="1150" actId="1076"/>
          <ac:graphicFrameMkLst>
            <pc:docMk/>
            <pc:sldMk cId="1415131776" sldId="264"/>
            <ac:graphicFrameMk id="3" creationId="{1E0F84F6-431A-1CF9-371F-F9154C8BD219}"/>
          </ac:graphicFrameMkLst>
        </pc:graphicFrameChg>
        <pc:picChg chg="mod">
          <ac:chgData name="Sohel" userId="08cff84b-14e0-4d2c-9531-20cf753f4501" providerId="ADAL" clId="{84374195-D612-4124-93FA-FDF872673EE6}" dt="2026-10-23T13:31:42.826" v="1149"/>
          <ac:picMkLst>
            <pc:docMk/>
            <pc:sldMk cId="1415131776" sldId="264"/>
            <ac:picMk id="7" creationId="{80BFEA27-67FE-747F-93C7-C7ADBD0FF1E9}"/>
          </ac:picMkLst>
        </pc:picChg>
        <pc:picChg chg="mod">
          <ac:chgData name="Sohel" userId="08cff84b-14e0-4d2c-9531-20cf753f4501" providerId="ADAL" clId="{84374195-D612-4124-93FA-FDF872673EE6}" dt="2026-10-23T13:31:42.826" v="1149"/>
          <ac:picMkLst>
            <pc:docMk/>
            <pc:sldMk cId="1415131776" sldId="264"/>
            <ac:picMk id="8" creationId="{B30D46B5-AC37-101A-A08A-E4048F28C289}"/>
          </ac:picMkLst>
        </pc:picChg>
        <pc:picChg chg="mod">
          <ac:chgData name="Sohel" userId="08cff84b-14e0-4d2c-9531-20cf753f4501" providerId="ADAL" clId="{84374195-D612-4124-93FA-FDF872673EE6}" dt="2026-10-23T13:31:48.310" v="1150" actId="1076"/>
          <ac:picMkLst>
            <pc:docMk/>
            <pc:sldMk cId="1415131776" sldId="264"/>
            <ac:picMk id="15" creationId="{677BEF29-F163-8085-8AA4-E79A5ED9BE43}"/>
          </ac:picMkLst>
        </pc:picChg>
      </pc:sldChg>
      <pc:sldChg chg="addSp delSp modSp mod">
        <pc:chgData name="Sohel" userId="08cff84b-14e0-4d2c-9531-20cf753f4501" providerId="ADAL" clId="{84374195-D612-4124-93FA-FDF872673EE6}" dt="2026-10-23T13:32:04.416" v="1153" actId="1076"/>
        <pc:sldMkLst>
          <pc:docMk/>
          <pc:sldMk cId="380095986" sldId="265"/>
        </pc:sldMkLst>
        <pc:spChg chg="del">
          <ac:chgData name="Sohel" userId="08cff84b-14e0-4d2c-9531-20cf753f4501" providerId="ADAL" clId="{84374195-D612-4124-93FA-FDF872673EE6}" dt="2026-10-23T13:31:55.908" v="1151" actId="478"/>
          <ac:spMkLst>
            <pc:docMk/>
            <pc:sldMk cId="380095986" sldId="265"/>
            <ac:spMk id="6" creationId="{42F66F89-352F-5DCC-9350-1E82FE1504A5}"/>
          </ac:spMkLst>
        </pc:spChg>
        <pc:spChg chg="mod">
          <ac:chgData name="Sohel" userId="08cff84b-14e0-4d2c-9531-20cf753f4501" providerId="ADAL" clId="{84374195-D612-4124-93FA-FDF872673EE6}" dt="2026-10-23T13:32:04.416" v="1153" actId="1076"/>
          <ac:spMkLst>
            <pc:docMk/>
            <pc:sldMk cId="380095986" sldId="265"/>
            <ac:spMk id="20" creationId="{8F1C511E-690E-D3CD-3DFB-41CD02E3C731}"/>
          </ac:spMkLst>
        </pc:spChg>
        <pc:spChg chg="del">
          <ac:chgData name="Sohel" userId="08cff84b-14e0-4d2c-9531-20cf753f4501" providerId="ADAL" clId="{84374195-D612-4124-93FA-FDF872673EE6}" dt="2026-10-23T13:31:55.908" v="1151" actId="478"/>
          <ac:spMkLst>
            <pc:docMk/>
            <pc:sldMk cId="380095986" sldId="265"/>
            <ac:spMk id="30" creationId="{153BCC5E-5671-2C12-EAAA-053795CE579E}"/>
          </ac:spMkLst>
        </pc:spChg>
        <pc:spChg chg="del">
          <ac:chgData name="Sohel" userId="08cff84b-14e0-4d2c-9531-20cf753f4501" providerId="ADAL" clId="{84374195-D612-4124-93FA-FDF872673EE6}" dt="2026-10-23T13:31:55.908" v="1151" actId="478"/>
          <ac:spMkLst>
            <pc:docMk/>
            <pc:sldMk cId="380095986" sldId="265"/>
            <ac:spMk id="57" creationId="{3A5528FB-5C67-FF3A-EBAB-68847F82481D}"/>
          </ac:spMkLst>
        </pc:spChg>
        <pc:spChg chg="del">
          <ac:chgData name="Sohel" userId="08cff84b-14e0-4d2c-9531-20cf753f4501" providerId="ADAL" clId="{84374195-D612-4124-93FA-FDF872673EE6}" dt="2026-10-23T13:31:55.908" v="1151" actId="478"/>
          <ac:spMkLst>
            <pc:docMk/>
            <pc:sldMk cId="380095986" sldId="265"/>
            <ac:spMk id="58" creationId="{BCDD1E2B-8E43-0C3B-F306-8A031B15214E}"/>
          </ac:spMkLst>
        </pc:spChg>
        <pc:spChg chg="del">
          <ac:chgData name="Sohel" userId="08cff84b-14e0-4d2c-9531-20cf753f4501" providerId="ADAL" clId="{84374195-D612-4124-93FA-FDF872673EE6}" dt="2026-10-23T13:31:55.908" v="1151" actId="478"/>
          <ac:spMkLst>
            <pc:docMk/>
            <pc:sldMk cId="380095986" sldId="265"/>
            <ac:spMk id="59" creationId="{8708E962-62C1-EC66-A634-B06B3C8D7294}"/>
          </ac:spMkLst>
        </pc:spChg>
        <pc:spChg chg="del">
          <ac:chgData name="Sohel" userId="08cff84b-14e0-4d2c-9531-20cf753f4501" providerId="ADAL" clId="{84374195-D612-4124-93FA-FDF872673EE6}" dt="2026-10-23T13:31:55.908" v="1151" actId="478"/>
          <ac:spMkLst>
            <pc:docMk/>
            <pc:sldMk cId="380095986" sldId="265"/>
            <ac:spMk id="60" creationId="{1CBA0017-0952-63E5-82AD-B749156D49B5}"/>
          </ac:spMkLst>
        </pc:spChg>
        <pc:spChg chg="del">
          <ac:chgData name="Sohel" userId="08cff84b-14e0-4d2c-9531-20cf753f4501" providerId="ADAL" clId="{84374195-D612-4124-93FA-FDF872673EE6}" dt="2026-10-23T13:31:55.908" v="1151" actId="478"/>
          <ac:spMkLst>
            <pc:docMk/>
            <pc:sldMk cId="380095986" sldId="265"/>
            <ac:spMk id="61" creationId="{7932A9E4-68EC-5654-98B9-F1A71770EE6B}"/>
          </ac:spMkLst>
        </pc:spChg>
        <pc:spChg chg="mod">
          <ac:chgData name="Sohel" userId="08cff84b-14e0-4d2c-9531-20cf753f4501" providerId="ADAL" clId="{84374195-D612-4124-93FA-FDF872673EE6}" dt="2026-10-23T13:32:04.416" v="1153" actId="1076"/>
          <ac:spMkLst>
            <pc:docMk/>
            <pc:sldMk cId="380095986" sldId="265"/>
            <ac:spMk id="81" creationId="{FABF55EB-4338-D082-9FE1-601C7BD72BA1}"/>
          </ac:spMkLst>
        </pc:spChg>
        <pc:spChg chg="mod">
          <ac:chgData name="Sohel" userId="08cff84b-14e0-4d2c-9531-20cf753f4501" providerId="ADAL" clId="{84374195-D612-4124-93FA-FDF872673EE6}" dt="2026-10-23T13:32:04.416" v="1153" actId="1076"/>
          <ac:spMkLst>
            <pc:docMk/>
            <pc:sldMk cId="380095986" sldId="265"/>
            <ac:spMk id="87" creationId="{2E1AB23C-624D-D4FA-4F00-4A32DF810C40}"/>
          </ac:spMkLst>
        </pc:spChg>
        <pc:spChg chg="mod">
          <ac:chgData name="Sohel" userId="08cff84b-14e0-4d2c-9531-20cf753f4501" providerId="ADAL" clId="{84374195-D612-4124-93FA-FDF872673EE6}" dt="2026-10-23T13:32:04.416" v="1153" actId="1076"/>
          <ac:spMkLst>
            <pc:docMk/>
            <pc:sldMk cId="380095986" sldId="265"/>
            <ac:spMk id="89" creationId="{271FE5F4-32D2-874B-F64F-750BFF5AA0DF}"/>
          </ac:spMkLst>
        </pc:spChg>
        <pc:spChg chg="mod">
          <ac:chgData name="Sohel" userId="08cff84b-14e0-4d2c-9531-20cf753f4501" providerId="ADAL" clId="{84374195-D612-4124-93FA-FDF872673EE6}" dt="2026-10-23T13:32:04.416" v="1153" actId="1076"/>
          <ac:spMkLst>
            <pc:docMk/>
            <pc:sldMk cId="380095986" sldId="265"/>
            <ac:spMk id="91" creationId="{C24D8B19-B45C-3C84-B516-1A233D6C7CBC}"/>
          </ac:spMkLst>
        </pc:spChg>
        <pc:spChg chg="mod">
          <ac:chgData name="Sohel" userId="08cff84b-14e0-4d2c-9531-20cf753f4501" providerId="ADAL" clId="{84374195-D612-4124-93FA-FDF872673EE6}" dt="2026-10-23T13:32:04.416" v="1153" actId="1076"/>
          <ac:spMkLst>
            <pc:docMk/>
            <pc:sldMk cId="380095986" sldId="265"/>
            <ac:spMk id="92" creationId="{91CC83DA-CA64-718A-4E41-C58E6839B215}"/>
          </ac:spMkLst>
        </pc:spChg>
        <pc:spChg chg="mod">
          <ac:chgData name="Sohel" userId="08cff84b-14e0-4d2c-9531-20cf753f4501" providerId="ADAL" clId="{84374195-D612-4124-93FA-FDF872673EE6}" dt="2026-10-23T13:32:04.416" v="1153" actId="1076"/>
          <ac:spMkLst>
            <pc:docMk/>
            <pc:sldMk cId="380095986" sldId="265"/>
            <ac:spMk id="93" creationId="{4AF4DBC1-F59E-BAF4-8CED-46622A896320}"/>
          </ac:spMkLst>
        </pc:spChg>
        <pc:spChg chg="mod">
          <ac:chgData name="Sohel" userId="08cff84b-14e0-4d2c-9531-20cf753f4501" providerId="ADAL" clId="{84374195-D612-4124-93FA-FDF872673EE6}" dt="2026-10-23T13:32:04.416" v="1153" actId="1076"/>
          <ac:spMkLst>
            <pc:docMk/>
            <pc:sldMk cId="380095986" sldId="265"/>
            <ac:spMk id="94" creationId="{4ADE35CE-6853-FE23-7A2B-25A481D7A588}"/>
          </ac:spMkLst>
        </pc:spChg>
        <pc:spChg chg="mod">
          <ac:chgData name="Sohel" userId="08cff84b-14e0-4d2c-9531-20cf753f4501" providerId="ADAL" clId="{84374195-D612-4124-93FA-FDF872673EE6}" dt="2026-10-23T13:32:04.416" v="1153" actId="1076"/>
          <ac:spMkLst>
            <pc:docMk/>
            <pc:sldMk cId="380095986" sldId="265"/>
            <ac:spMk id="95" creationId="{E74362DD-F784-3A1D-242C-11C930BBB842}"/>
          </ac:spMkLst>
        </pc:spChg>
        <pc:spChg chg="mod">
          <ac:chgData name="Sohel" userId="08cff84b-14e0-4d2c-9531-20cf753f4501" providerId="ADAL" clId="{84374195-D612-4124-93FA-FDF872673EE6}" dt="2026-10-23T13:32:04.416" v="1153" actId="1076"/>
          <ac:spMkLst>
            <pc:docMk/>
            <pc:sldMk cId="380095986" sldId="265"/>
            <ac:spMk id="102" creationId="{7B6FF944-3AA5-034B-DA7C-16AED8CA1C4E}"/>
          </ac:spMkLst>
        </pc:spChg>
        <pc:grpChg chg="add mod">
          <ac:chgData name="Sohel" userId="08cff84b-14e0-4d2c-9531-20cf753f4501" providerId="ADAL" clId="{84374195-D612-4124-93FA-FDF872673EE6}" dt="2026-10-23T13:31:56.778" v="1152"/>
          <ac:grpSpMkLst>
            <pc:docMk/>
            <pc:sldMk cId="380095986" sldId="265"/>
            <ac:grpSpMk id="2" creationId="{017B6B46-D5E7-D9EF-C617-BEFE482A9F10}"/>
          </ac:grpSpMkLst>
        </pc:grpChg>
        <pc:picChg chg="mod">
          <ac:chgData name="Sohel" userId="08cff84b-14e0-4d2c-9531-20cf753f4501" providerId="ADAL" clId="{84374195-D612-4124-93FA-FDF872673EE6}" dt="2026-10-23T13:31:56.778" v="1152"/>
          <ac:picMkLst>
            <pc:docMk/>
            <pc:sldMk cId="380095986" sldId="265"/>
            <ac:picMk id="3" creationId="{53F5622E-8658-3E21-D7C9-4E66901133B6}"/>
          </ac:picMkLst>
        </pc:picChg>
        <pc:picChg chg="mod">
          <ac:chgData name="Sohel" userId="08cff84b-14e0-4d2c-9531-20cf753f4501" providerId="ADAL" clId="{84374195-D612-4124-93FA-FDF872673EE6}" dt="2026-10-23T13:31:56.778" v="1152"/>
          <ac:picMkLst>
            <pc:docMk/>
            <pc:sldMk cId="380095986" sldId="265"/>
            <ac:picMk id="4" creationId="{365EC34E-9161-03DE-C3D6-5324D9533B57}"/>
          </ac:picMkLst>
        </pc:picChg>
        <pc:picChg chg="del">
          <ac:chgData name="Sohel" userId="08cff84b-14e0-4d2c-9531-20cf753f4501" providerId="ADAL" clId="{84374195-D612-4124-93FA-FDF872673EE6}" dt="2026-10-23T13:31:55.908" v="1151" actId="478"/>
          <ac:picMkLst>
            <pc:docMk/>
            <pc:sldMk cId="380095986" sldId="265"/>
            <ac:picMk id="18" creationId="{84A23183-D46F-18DE-E20A-B99DB66E2915}"/>
          </ac:picMkLst>
        </pc:picChg>
        <pc:picChg chg="del">
          <ac:chgData name="Sohel" userId="08cff84b-14e0-4d2c-9531-20cf753f4501" providerId="ADAL" clId="{84374195-D612-4124-93FA-FDF872673EE6}" dt="2026-10-23T13:31:55.908" v="1151" actId="478"/>
          <ac:picMkLst>
            <pc:docMk/>
            <pc:sldMk cId="380095986" sldId="265"/>
            <ac:picMk id="26" creationId="{E4FAD09D-44DF-0694-96E9-450164B76A62}"/>
          </ac:picMkLst>
        </pc:picChg>
        <pc:picChg chg="del">
          <ac:chgData name="Sohel" userId="08cff84b-14e0-4d2c-9531-20cf753f4501" providerId="ADAL" clId="{84374195-D612-4124-93FA-FDF872673EE6}" dt="2026-10-23T13:31:55.908" v="1151" actId="478"/>
          <ac:picMkLst>
            <pc:docMk/>
            <pc:sldMk cId="380095986" sldId="265"/>
            <ac:picMk id="40" creationId="{719C8135-0051-AC82-A0B8-B5CB067BC13B}"/>
          </ac:picMkLst>
        </pc:picChg>
      </pc:sldChg>
      <pc:sldChg chg="addSp delSp modSp add del mod delAnim modAnim">
        <pc:chgData name="Sohel" userId="08cff84b-14e0-4d2c-9531-20cf753f4501" providerId="ADAL" clId="{84374195-D612-4124-93FA-FDF872673EE6}" dt="2026-10-22T06:36:09.640" v="614" actId="47"/>
        <pc:sldMkLst>
          <pc:docMk/>
          <pc:sldMk cId="3613389936" sldId="266"/>
        </pc:sldMkLst>
        <pc:spChg chg="add del mod">
          <ac:chgData name="Sohel" userId="08cff84b-14e0-4d2c-9531-20cf753f4501" providerId="ADAL" clId="{84374195-D612-4124-93FA-FDF872673EE6}" dt="2026-10-22T05:46:17.634" v="288" actId="478"/>
          <ac:spMkLst>
            <pc:docMk/>
            <pc:sldMk cId="3613389936" sldId="266"/>
            <ac:spMk id="5" creationId="{2F409F95-E2EB-7271-88DB-570BEAB41023}"/>
          </ac:spMkLst>
        </pc:spChg>
        <pc:spChg chg="del">
          <ac:chgData name="Sohel" userId="08cff84b-14e0-4d2c-9531-20cf753f4501" providerId="ADAL" clId="{84374195-D612-4124-93FA-FDF872673EE6}" dt="2026-10-22T05:43:02.491" v="267" actId="478"/>
          <ac:spMkLst>
            <pc:docMk/>
            <pc:sldMk cId="3613389936" sldId="266"/>
            <ac:spMk id="6" creationId="{1938D0DA-C8D0-49F6-62F5-ECB88C647B32}"/>
          </ac:spMkLst>
        </pc:spChg>
        <pc:spChg chg="add del mod">
          <ac:chgData name="Sohel" userId="08cff84b-14e0-4d2c-9531-20cf753f4501" providerId="ADAL" clId="{84374195-D612-4124-93FA-FDF872673EE6}" dt="2026-10-22T05:46:17.634" v="288" actId="478"/>
          <ac:spMkLst>
            <pc:docMk/>
            <pc:sldMk cId="3613389936" sldId="266"/>
            <ac:spMk id="7" creationId="{CA963D04-7377-88EB-16B6-F45D1B6A1862}"/>
          </ac:spMkLst>
        </pc:spChg>
        <pc:spChg chg="add del mod">
          <ac:chgData name="Sohel" userId="08cff84b-14e0-4d2c-9531-20cf753f4501" providerId="ADAL" clId="{84374195-D612-4124-93FA-FDF872673EE6}" dt="2026-10-22T05:46:17.634" v="288" actId="478"/>
          <ac:spMkLst>
            <pc:docMk/>
            <pc:sldMk cId="3613389936" sldId="266"/>
            <ac:spMk id="10" creationId="{6DF1FCE2-0BBD-574F-D558-8AD6C5CFAF2C}"/>
          </ac:spMkLst>
        </pc:spChg>
        <pc:spChg chg="add del mod">
          <ac:chgData name="Sohel" userId="08cff84b-14e0-4d2c-9531-20cf753f4501" providerId="ADAL" clId="{84374195-D612-4124-93FA-FDF872673EE6}" dt="2026-10-22T05:46:17.634" v="288" actId="478"/>
          <ac:spMkLst>
            <pc:docMk/>
            <pc:sldMk cId="3613389936" sldId="266"/>
            <ac:spMk id="11" creationId="{CF185CC5-68EA-0B45-C952-95A1212D7018}"/>
          </ac:spMkLst>
        </pc:spChg>
        <pc:spChg chg="add del mod">
          <ac:chgData name="Sohel" userId="08cff84b-14e0-4d2c-9531-20cf753f4501" providerId="ADAL" clId="{84374195-D612-4124-93FA-FDF872673EE6}" dt="2026-10-22T05:46:17.634" v="288" actId="478"/>
          <ac:spMkLst>
            <pc:docMk/>
            <pc:sldMk cId="3613389936" sldId="266"/>
            <ac:spMk id="13" creationId="{3699816A-7A9A-3C71-2844-E1E81629BBB6}"/>
          </ac:spMkLst>
        </pc:spChg>
        <pc:spChg chg="add del mod">
          <ac:chgData name="Sohel" userId="08cff84b-14e0-4d2c-9531-20cf753f4501" providerId="ADAL" clId="{84374195-D612-4124-93FA-FDF872673EE6}" dt="2026-10-22T05:46:17.634" v="288" actId="478"/>
          <ac:spMkLst>
            <pc:docMk/>
            <pc:sldMk cId="3613389936" sldId="266"/>
            <ac:spMk id="14" creationId="{98F45614-319C-F4BF-6092-16450C68F5C8}"/>
          </ac:spMkLst>
        </pc:spChg>
        <pc:spChg chg="del">
          <ac:chgData name="Sohel" userId="08cff84b-14e0-4d2c-9531-20cf753f4501" providerId="ADAL" clId="{84374195-D612-4124-93FA-FDF872673EE6}" dt="2026-10-22T05:44:44.570" v="269" actId="478"/>
          <ac:spMkLst>
            <pc:docMk/>
            <pc:sldMk cId="3613389936" sldId="266"/>
            <ac:spMk id="20" creationId="{7702B301-6EA7-1051-87B7-B8C690FBB2E0}"/>
          </ac:spMkLst>
        </pc:spChg>
        <pc:spChg chg="mod topLvl">
          <ac:chgData name="Sohel" userId="08cff84b-14e0-4d2c-9531-20cf753f4501" providerId="ADAL" clId="{84374195-D612-4124-93FA-FDF872673EE6}" dt="2026-10-22T05:49:57.375" v="362" actId="164"/>
          <ac:spMkLst>
            <pc:docMk/>
            <pc:sldMk cId="3613389936" sldId="266"/>
            <ac:spMk id="22" creationId="{C64798D8-A6B4-2BC5-CF1C-DA12AA3FC757}"/>
          </ac:spMkLst>
        </pc:spChg>
        <pc:spChg chg="del mod topLvl">
          <ac:chgData name="Sohel" userId="08cff84b-14e0-4d2c-9531-20cf753f4501" providerId="ADAL" clId="{84374195-D612-4124-93FA-FDF872673EE6}" dt="2026-10-22T05:50:09.106" v="365" actId="478"/>
          <ac:spMkLst>
            <pc:docMk/>
            <pc:sldMk cId="3613389936" sldId="266"/>
            <ac:spMk id="25" creationId="{B1387901-A794-78B9-E48B-D34374E7797D}"/>
          </ac:spMkLst>
        </pc:spChg>
        <pc:spChg chg="del">
          <ac:chgData name="Sohel" userId="08cff84b-14e0-4d2c-9531-20cf753f4501" providerId="ADAL" clId="{84374195-D612-4124-93FA-FDF872673EE6}" dt="2026-10-22T05:43:02.491" v="267" actId="478"/>
          <ac:spMkLst>
            <pc:docMk/>
            <pc:sldMk cId="3613389936" sldId="266"/>
            <ac:spMk id="30" creationId="{3B7CD4A0-FE7F-9E22-5F84-BE9C8CDA3301}"/>
          </ac:spMkLst>
        </pc:spChg>
        <pc:spChg chg="mod topLvl">
          <ac:chgData name="Sohel" userId="08cff84b-14e0-4d2c-9531-20cf753f4501" providerId="ADAL" clId="{84374195-D612-4124-93FA-FDF872673EE6}" dt="2026-10-22T06:30:03.737" v="532" actId="1038"/>
          <ac:spMkLst>
            <pc:docMk/>
            <pc:sldMk cId="3613389936" sldId="266"/>
            <ac:spMk id="32" creationId="{2EE2C92B-16DC-D25E-323D-023C70D19480}"/>
          </ac:spMkLst>
        </pc:spChg>
        <pc:spChg chg="mod">
          <ac:chgData name="Sohel" userId="08cff84b-14e0-4d2c-9531-20cf753f4501" providerId="ADAL" clId="{84374195-D612-4124-93FA-FDF872673EE6}" dt="2026-10-22T05:46:35.388" v="294" actId="165"/>
          <ac:spMkLst>
            <pc:docMk/>
            <pc:sldMk cId="3613389936" sldId="266"/>
            <ac:spMk id="34" creationId="{DF7A3538-E87F-9130-8E3E-3A7A209875E5}"/>
          </ac:spMkLst>
        </pc:spChg>
        <pc:spChg chg="del mod topLvl">
          <ac:chgData name="Sohel" userId="08cff84b-14e0-4d2c-9531-20cf753f4501" providerId="ADAL" clId="{84374195-D612-4124-93FA-FDF872673EE6}" dt="2026-10-22T05:50:26.615" v="379" actId="478"/>
          <ac:spMkLst>
            <pc:docMk/>
            <pc:sldMk cId="3613389936" sldId="266"/>
            <ac:spMk id="39" creationId="{BCCDACEF-2BF0-79C8-0A20-BF8EB0255826}"/>
          </ac:spMkLst>
        </pc:spChg>
        <pc:spChg chg="mod">
          <ac:chgData name="Sohel" userId="08cff84b-14e0-4d2c-9531-20cf753f4501" providerId="ADAL" clId="{84374195-D612-4124-93FA-FDF872673EE6}" dt="2026-10-22T05:50:22.951" v="378" actId="165"/>
          <ac:spMkLst>
            <pc:docMk/>
            <pc:sldMk cId="3613389936" sldId="266"/>
            <ac:spMk id="42" creationId="{03D1CBE9-9232-D3DA-EE15-4825297C407F}"/>
          </ac:spMkLst>
        </pc:spChg>
        <pc:spChg chg="add mod">
          <ac:chgData name="Sohel" userId="08cff84b-14e0-4d2c-9531-20cf753f4501" providerId="ADAL" clId="{84374195-D612-4124-93FA-FDF872673EE6}" dt="2026-10-22T06:30:03.737" v="532" actId="1038"/>
          <ac:spMkLst>
            <pc:docMk/>
            <pc:sldMk cId="3613389936" sldId="266"/>
            <ac:spMk id="45" creationId="{A09B8A64-84A3-BC57-C0F7-E7837AF80A15}"/>
          </ac:spMkLst>
        </pc:spChg>
        <pc:spChg chg="add mod">
          <ac:chgData name="Sohel" userId="08cff84b-14e0-4d2c-9531-20cf753f4501" providerId="ADAL" clId="{84374195-D612-4124-93FA-FDF872673EE6}" dt="2026-10-22T06:30:03.737" v="532" actId="1038"/>
          <ac:spMkLst>
            <pc:docMk/>
            <pc:sldMk cId="3613389936" sldId="266"/>
            <ac:spMk id="46" creationId="{73AB7403-9181-FFB8-2A4E-09D284801D44}"/>
          </ac:spMkLst>
        </pc:spChg>
        <pc:spChg chg="add mod">
          <ac:chgData name="Sohel" userId="08cff84b-14e0-4d2c-9531-20cf753f4501" providerId="ADAL" clId="{84374195-D612-4124-93FA-FDF872673EE6}" dt="2026-10-22T06:35:34.253" v="612" actId="1076"/>
          <ac:spMkLst>
            <pc:docMk/>
            <pc:sldMk cId="3613389936" sldId="266"/>
            <ac:spMk id="56" creationId="{45FBD32B-68A3-C5DB-B3E0-DC01E481DB6C}"/>
          </ac:spMkLst>
        </pc:spChg>
        <pc:spChg chg="del mod">
          <ac:chgData name="Sohel" userId="08cff84b-14e0-4d2c-9531-20cf753f4501" providerId="ADAL" clId="{84374195-D612-4124-93FA-FDF872673EE6}" dt="2026-10-22T06:29:26.572" v="467" actId="478"/>
          <ac:spMkLst>
            <pc:docMk/>
            <pc:sldMk cId="3613389936" sldId="266"/>
            <ac:spMk id="57" creationId="{3AC28BAE-F1D6-D6AD-D15D-FAFB5C1287EF}"/>
          </ac:spMkLst>
        </pc:spChg>
        <pc:spChg chg="del mod">
          <ac:chgData name="Sohel" userId="08cff84b-14e0-4d2c-9531-20cf753f4501" providerId="ADAL" clId="{84374195-D612-4124-93FA-FDF872673EE6}" dt="2026-10-22T06:29:26.572" v="467" actId="478"/>
          <ac:spMkLst>
            <pc:docMk/>
            <pc:sldMk cId="3613389936" sldId="266"/>
            <ac:spMk id="58" creationId="{3467D1A0-DB40-7596-CCB3-B7D2AEC8B9DA}"/>
          </ac:spMkLst>
        </pc:spChg>
        <pc:spChg chg="del mod">
          <ac:chgData name="Sohel" userId="08cff84b-14e0-4d2c-9531-20cf753f4501" providerId="ADAL" clId="{84374195-D612-4124-93FA-FDF872673EE6}" dt="2026-10-22T06:29:26.572" v="467" actId="478"/>
          <ac:spMkLst>
            <pc:docMk/>
            <pc:sldMk cId="3613389936" sldId="266"/>
            <ac:spMk id="59" creationId="{7F9AA389-2D2D-8ED1-CA89-16FE7AEB4AC1}"/>
          </ac:spMkLst>
        </pc:spChg>
        <pc:spChg chg="del mod">
          <ac:chgData name="Sohel" userId="08cff84b-14e0-4d2c-9531-20cf753f4501" providerId="ADAL" clId="{84374195-D612-4124-93FA-FDF872673EE6}" dt="2026-10-22T06:29:26.572" v="467" actId="478"/>
          <ac:spMkLst>
            <pc:docMk/>
            <pc:sldMk cId="3613389936" sldId="266"/>
            <ac:spMk id="60" creationId="{C9133EC8-8771-961B-0A57-40A14593B932}"/>
          </ac:spMkLst>
        </pc:spChg>
        <pc:spChg chg="del mod">
          <ac:chgData name="Sohel" userId="08cff84b-14e0-4d2c-9531-20cf753f4501" providerId="ADAL" clId="{84374195-D612-4124-93FA-FDF872673EE6}" dt="2026-10-22T06:29:26.572" v="467" actId="478"/>
          <ac:spMkLst>
            <pc:docMk/>
            <pc:sldMk cId="3613389936" sldId="266"/>
            <ac:spMk id="61" creationId="{5C9E98DF-1BF9-5166-C89E-F178DCC10E63}"/>
          </ac:spMkLst>
        </pc:spChg>
        <pc:spChg chg="add mod">
          <ac:chgData name="Sohel" userId="08cff84b-14e0-4d2c-9531-20cf753f4501" providerId="ADAL" clId="{84374195-D612-4124-93FA-FDF872673EE6}" dt="2026-10-22T06:30:03.737" v="532" actId="1038"/>
          <ac:spMkLst>
            <pc:docMk/>
            <pc:sldMk cId="3613389936" sldId="266"/>
            <ac:spMk id="63" creationId="{23E1C8F1-194E-2B12-F736-C832E9FEA78B}"/>
          </ac:spMkLst>
        </pc:spChg>
        <pc:spChg chg="add mod">
          <ac:chgData name="Sohel" userId="08cff84b-14e0-4d2c-9531-20cf753f4501" providerId="ADAL" clId="{84374195-D612-4124-93FA-FDF872673EE6}" dt="2026-10-22T06:29:53.534" v="498" actId="1076"/>
          <ac:spMkLst>
            <pc:docMk/>
            <pc:sldMk cId="3613389936" sldId="266"/>
            <ac:spMk id="68" creationId="{6194652B-C43C-B736-225E-284DE03BAF93}"/>
          </ac:spMkLst>
        </pc:spChg>
        <pc:spChg chg="add mod">
          <ac:chgData name="Sohel" userId="08cff84b-14e0-4d2c-9531-20cf753f4501" providerId="ADAL" clId="{84374195-D612-4124-93FA-FDF872673EE6}" dt="2026-10-22T06:29:53.534" v="498" actId="1076"/>
          <ac:spMkLst>
            <pc:docMk/>
            <pc:sldMk cId="3613389936" sldId="266"/>
            <ac:spMk id="70" creationId="{C18629E5-5C6E-F842-5FDB-D7044F3ECE20}"/>
          </ac:spMkLst>
        </pc:spChg>
        <pc:spChg chg="add mod">
          <ac:chgData name="Sohel" userId="08cff84b-14e0-4d2c-9531-20cf753f4501" providerId="ADAL" clId="{84374195-D612-4124-93FA-FDF872673EE6}" dt="2026-10-22T06:29:53.534" v="498" actId="1076"/>
          <ac:spMkLst>
            <pc:docMk/>
            <pc:sldMk cId="3613389936" sldId="266"/>
            <ac:spMk id="72" creationId="{67FC092A-6E8C-CA5C-2DD9-89ACEC76541D}"/>
          </ac:spMkLst>
        </pc:spChg>
        <pc:spChg chg="del">
          <ac:chgData name="Sohel" userId="08cff84b-14e0-4d2c-9531-20cf753f4501" providerId="ADAL" clId="{84374195-D612-4124-93FA-FDF872673EE6}" dt="2026-10-22T05:44:44.570" v="269" actId="478"/>
          <ac:spMkLst>
            <pc:docMk/>
            <pc:sldMk cId="3613389936" sldId="266"/>
            <ac:spMk id="73" creationId="{41150A13-83FC-6436-498A-088EE3CE3395}"/>
          </ac:spMkLst>
        </pc:spChg>
        <pc:spChg chg="del">
          <ac:chgData name="Sohel" userId="08cff84b-14e0-4d2c-9531-20cf753f4501" providerId="ADAL" clId="{84374195-D612-4124-93FA-FDF872673EE6}" dt="2026-10-22T05:44:44.570" v="269" actId="478"/>
          <ac:spMkLst>
            <pc:docMk/>
            <pc:sldMk cId="3613389936" sldId="266"/>
            <ac:spMk id="77" creationId="{8B722EC2-09C6-7E04-296C-C06ED2C53596}"/>
          </ac:spMkLst>
        </pc:spChg>
        <pc:spChg chg="del">
          <ac:chgData name="Sohel" userId="08cff84b-14e0-4d2c-9531-20cf753f4501" providerId="ADAL" clId="{84374195-D612-4124-93FA-FDF872673EE6}" dt="2026-10-22T05:44:44.570" v="269" actId="478"/>
          <ac:spMkLst>
            <pc:docMk/>
            <pc:sldMk cId="3613389936" sldId="266"/>
            <ac:spMk id="88" creationId="{58475CF4-BEB1-C4F6-661E-C49242713B0C}"/>
          </ac:spMkLst>
        </pc:spChg>
        <pc:spChg chg="del">
          <ac:chgData name="Sohel" userId="08cff84b-14e0-4d2c-9531-20cf753f4501" providerId="ADAL" clId="{84374195-D612-4124-93FA-FDF872673EE6}" dt="2026-10-22T05:44:44.570" v="269" actId="478"/>
          <ac:spMkLst>
            <pc:docMk/>
            <pc:sldMk cId="3613389936" sldId="266"/>
            <ac:spMk id="89" creationId="{CA9B4CA1-73CD-E0D0-2D46-000F02ED68F6}"/>
          </ac:spMkLst>
        </pc:spChg>
        <pc:spChg chg="del">
          <ac:chgData name="Sohel" userId="08cff84b-14e0-4d2c-9531-20cf753f4501" providerId="ADAL" clId="{84374195-D612-4124-93FA-FDF872673EE6}" dt="2026-10-22T05:44:44.570" v="269" actId="478"/>
          <ac:spMkLst>
            <pc:docMk/>
            <pc:sldMk cId="3613389936" sldId="266"/>
            <ac:spMk id="92" creationId="{ED04CB24-6093-50D8-B4A7-1AF9369E7A1B}"/>
          </ac:spMkLst>
        </pc:spChg>
        <pc:spChg chg="del">
          <ac:chgData name="Sohel" userId="08cff84b-14e0-4d2c-9531-20cf753f4501" providerId="ADAL" clId="{84374195-D612-4124-93FA-FDF872673EE6}" dt="2026-10-22T05:44:44.570" v="269" actId="478"/>
          <ac:spMkLst>
            <pc:docMk/>
            <pc:sldMk cId="3613389936" sldId="266"/>
            <ac:spMk id="93" creationId="{BA8B3D0B-ECA9-F8B6-77EC-3A147D4199CA}"/>
          </ac:spMkLst>
        </pc:spChg>
        <pc:spChg chg="del">
          <ac:chgData name="Sohel" userId="08cff84b-14e0-4d2c-9531-20cf753f4501" providerId="ADAL" clId="{84374195-D612-4124-93FA-FDF872673EE6}" dt="2026-10-22T05:44:44.570" v="269" actId="478"/>
          <ac:spMkLst>
            <pc:docMk/>
            <pc:sldMk cId="3613389936" sldId="266"/>
            <ac:spMk id="94" creationId="{FB3F9955-7432-A31D-34AA-977ED9BDF57E}"/>
          </ac:spMkLst>
        </pc:spChg>
        <pc:spChg chg="del">
          <ac:chgData name="Sohel" userId="08cff84b-14e0-4d2c-9531-20cf753f4501" providerId="ADAL" clId="{84374195-D612-4124-93FA-FDF872673EE6}" dt="2026-10-22T05:44:44.570" v="269" actId="478"/>
          <ac:spMkLst>
            <pc:docMk/>
            <pc:sldMk cId="3613389936" sldId="266"/>
            <ac:spMk id="96" creationId="{1D55E6E4-4F79-4580-67F7-D3620767E1EC}"/>
          </ac:spMkLst>
        </pc:spChg>
        <pc:spChg chg="del">
          <ac:chgData name="Sohel" userId="08cff84b-14e0-4d2c-9531-20cf753f4501" providerId="ADAL" clId="{84374195-D612-4124-93FA-FDF872673EE6}" dt="2026-10-22T05:44:44.570" v="269" actId="478"/>
          <ac:spMkLst>
            <pc:docMk/>
            <pc:sldMk cId="3613389936" sldId="266"/>
            <ac:spMk id="103" creationId="{8A29AF7D-8FCD-8073-39DE-7C74AF3FB5C6}"/>
          </ac:spMkLst>
        </pc:spChg>
        <pc:spChg chg="add mod">
          <ac:chgData name="Sohel" userId="08cff84b-14e0-4d2c-9531-20cf753f4501" providerId="ADAL" clId="{84374195-D612-4124-93FA-FDF872673EE6}" dt="2026-10-22T06:29:53.534" v="498" actId="1076"/>
          <ac:spMkLst>
            <pc:docMk/>
            <pc:sldMk cId="3613389936" sldId="266"/>
            <ac:spMk id="104" creationId="{C3011405-B457-DC55-A1FC-0FFC2BD3622D}"/>
          </ac:spMkLst>
        </pc:spChg>
        <pc:spChg chg="add mod">
          <ac:chgData name="Sohel" userId="08cff84b-14e0-4d2c-9531-20cf753f4501" providerId="ADAL" clId="{84374195-D612-4124-93FA-FDF872673EE6}" dt="2026-10-22T06:29:53.534" v="498" actId="1076"/>
          <ac:spMkLst>
            <pc:docMk/>
            <pc:sldMk cId="3613389936" sldId="266"/>
            <ac:spMk id="106" creationId="{DABDE3D2-924A-2E66-E613-4973A9588B8C}"/>
          </ac:spMkLst>
        </pc:spChg>
        <pc:grpChg chg="del mod">
          <ac:chgData name="Sohel" userId="08cff84b-14e0-4d2c-9531-20cf753f4501" providerId="ADAL" clId="{84374195-D612-4124-93FA-FDF872673EE6}" dt="2026-10-22T05:46:55.419" v="301" actId="165"/>
          <ac:grpSpMkLst>
            <pc:docMk/>
            <pc:sldMk cId="3613389936" sldId="266"/>
            <ac:grpSpMk id="15" creationId="{B44CEB54-FE0D-C402-D8BD-6FDD73384669}"/>
          </ac:grpSpMkLst>
        </pc:grpChg>
        <pc:grpChg chg="del mod topLvl">
          <ac:chgData name="Sohel" userId="08cff84b-14e0-4d2c-9531-20cf753f4501" providerId="ADAL" clId="{84374195-D612-4124-93FA-FDF872673EE6}" dt="2026-10-22T05:49:51.850" v="359" actId="165"/>
          <ac:grpSpMkLst>
            <pc:docMk/>
            <pc:sldMk cId="3613389936" sldId="266"/>
            <ac:grpSpMk id="17" creationId="{3E97EBB8-B59F-83B9-60C9-24C5B9B3C830}"/>
          </ac:grpSpMkLst>
        </pc:grpChg>
        <pc:grpChg chg="del">
          <ac:chgData name="Sohel" userId="08cff84b-14e0-4d2c-9531-20cf753f4501" providerId="ADAL" clId="{84374195-D612-4124-93FA-FDF872673EE6}" dt="2026-10-22T05:43:02.491" v="267" actId="478"/>
          <ac:grpSpMkLst>
            <pc:docMk/>
            <pc:sldMk cId="3613389936" sldId="266"/>
            <ac:grpSpMk id="24" creationId="{5026E757-76B4-4CD4-D274-0CC5D5258575}"/>
          </ac:grpSpMkLst>
        </pc:grpChg>
        <pc:grpChg chg="del mod">
          <ac:chgData name="Sohel" userId="08cff84b-14e0-4d2c-9531-20cf753f4501" providerId="ADAL" clId="{84374195-D612-4124-93FA-FDF872673EE6}" dt="2026-10-22T05:46:33.089" v="293" actId="165"/>
          <ac:grpSpMkLst>
            <pc:docMk/>
            <pc:sldMk cId="3613389936" sldId="266"/>
            <ac:grpSpMk id="28" creationId="{3C733ABD-D219-9EA2-CA97-53F05D94E043}"/>
          </ac:grpSpMkLst>
        </pc:grpChg>
        <pc:grpChg chg="del mod topLvl">
          <ac:chgData name="Sohel" userId="08cff84b-14e0-4d2c-9531-20cf753f4501" providerId="ADAL" clId="{84374195-D612-4124-93FA-FDF872673EE6}" dt="2026-10-22T05:46:35.388" v="294" actId="165"/>
          <ac:grpSpMkLst>
            <pc:docMk/>
            <pc:sldMk cId="3613389936" sldId="266"/>
            <ac:grpSpMk id="31" creationId="{43F6775B-2B17-DC85-1311-90353C9FCA70}"/>
          </ac:grpSpMkLst>
        </pc:grpChg>
        <pc:grpChg chg="mod topLvl">
          <ac:chgData name="Sohel" userId="08cff84b-14e0-4d2c-9531-20cf753f4501" providerId="ADAL" clId="{84374195-D612-4124-93FA-FDF872673EE6}" dt="2026-10-22T06:26:31.860" v="429" actId="1036"/>
          <ac:grpSpMkLst>
            <pc:docMk/>
            <pc:sldMk cId="3613389936" sldId="266"/>
            <ac:grpSpMk id="33" creationId="{BE59B894-FC32-A047-1852-4E30039C787E}"/>
          </ac:grpSpMkLst>
        </pc:grpChg>
        <pc:grpChg chg="del mod">
          <ac:chgData name="Sohel" userId="08cff84b-14e0-4d2c-9531-20cf753f4501" providerId="ADAL" clId="{84374195-D612-4124-93FA-FDF872673EE6}" dt="2026-10-22T05:47:36.870" v="314" actId="165"/>
          <ac:grpSpMkLst>
            <pc:docMk/>
            <pc:sldMk cId="3613389936" sldId="266"/>
            <ac:grpSpMk id="36" creationId="{C8CC19BC-5E03-14D0-A551-D921F24D6A71}"/>
          </ac:grpSpMkLst>
        </pc:grpChg>
        <pc:grpChg chg="del mod topLvl">
          <ac:chgData name="Sohel" userId="08cff84b-14e0-4d2c-9531-20cf753f4501" providerId="ADAL" clId="{84374195-D612-4124-93FA-FDF872673EE6}" dt="2026-10-22T05:50:22.951" v="378" actId="165"/>
          <ac:grpSpMkLst>
            <pc:docMk/>
            <pc:sldMk cId="3613389936" sldId="266"/>
            <ac:grpSpMk id="38" creationId="{1DF7A23E-C9F1-4A69-688C-E73D8A389C6B}"/>
          </ac:grpSpMkLst>
        </pc:grpChg>
        <pc:grpChg chg="mod topLvl">
          <ac:chgData name="Sohel" userId="08cff84b-14e0-4d2c-9531-20cf753f4501" providerId="ADAL" clId="{84374195-D612-4124-93FA-FDF872673EE6}" dt="2026-10-22T06:26:31.860" v="429" actId="1036"/>
          <ac:grpSpMkLst>
            <pc:docMk/>
            <pc:sldMk cId="3613389936" sldId="266"/>
            <ac:grpSpMk id="41" creationId="{5BC835CC-3098-2E7B-A55E-12B59EFB786B}"/>
          </ac:grpSpMkLst>
        </pc:grpChg>
        <pc:grpChg chg="add mod">
          <ac:chgData name="Sohel" userId="08cff84b-14e0-4d2c-9531-20cf753f4501" providerId="ADAL" clId="{84374195-D612-4124-93FA-FDF872673EE6}" dt="2026-10-22T06:26:31.860" v="429" actId="1036"/>
          <ac:grpSpMkLst>
            <pc:docMk/>
            <pc:sldMk cId="3613389936" sldId="266"/>
            <ac:grpSpMk id="44" creationId="{1D2907B7-B1BF-59B1-37F9-A26661BB8CE9}"/>
          </ac:grpSpMkLst>
        </pc:grpChg>
        <pc:picChg chg="add del mod modCrop">
          <ac:chgData name="Sohel" userId="08cff84b-14e0-4d2c-9531-20cf753f4501" providerId="ADAL" clId="{84374195-D612-4124-93FA-FDF872673EE6}" dt="2026-10-22T06:29:47.262" v="496" actId="478"/>
          <ac:picMkLst>
            <pc:docMk/>
            <pc:sldMk cId="3613389936" sldId="266"/>
            <ac:picMk id="3" creationId="{3F2E0395-3F2B-4B63-CC80-7F723844FFFE}"/>
          </ac:picMkLst>
        </pc:picChg>
        <pc:picChg chg="add del mod">
          <ac:chgData name="Sohel" userId="08cff84b-14e0-4d2c-9531-20cf753f4501" providerId="ADAL" clId="{84374195-D612-4124-93FA-FDF872673EE6}" dt="2026-10-22T05:46:17.634" v="288" actId="478"/>
          <ac:picMkLst>
            <pc:docMk/>
            <pc:sldMk cId="3613389936" sldId="266"/>
            <ac:picMk id="4" creationId="{1B17A153-CED4-B812-0FB5-80774DA5207A}"/>
          </ac:picMkLst>
        </pc:picChg>
        <pc:picChg chg="add del mod">
          <ac:chgData name="Sohel" userId="08cff84b-14e0-4d2c-9531-20cf753f4501" providerId="ADAL" clId="{84374195-D612-4124-93FA-FDF872673EE6}" dt="2026-10-22T05:46:17.634" v="288" actId="478"/>
          <ac:picMkLst>
            <pc:docMk/>
            <pc:sldMk cId="3613389936" sldId="266"/>
            <ac:picMk id="8" creationId="{3706C249-0DA1-7E13-6CC4-FE11531F887F}"/>
          </ac:picMkLst>
        </pc:picChg>
        <pc:picChg chg="add del mod">
          <ac:chgData name="Sohel" userId="08cff84b-14e0-4d2c-9531-20cf753f4501" providerId="ADAL" clId="{84374195-D612-4124-93FA-FDF872673EE6}" dt="2026-10-22T05:46:17.634" v="288" actId="478"/>
          <ac:picMkLst>
            <pc:docMk/>
            <pc:sldMk cId="3613389936" sldId="266"/>
            <ac:picMk id="9" creationId="{1C7CED79-FC33-2A9F-3A09-3326A197E60A}"/>
          </ac:picMkLst>
        </pc:picChg>
        <pc:picChg chg="mod topLvl">
          <ac:chgData name="Sohel" userId="08cff84b-14e0-4d2c-9531-20cf753f4501" providerId="ADAL" clId="{84374195-D612-4124-93FA-FDF872673EE6}" dt="2026-10-22T06:30:03.737" v="532" actId="1038"/>
          <ac:picMkLst>
            <pc:docMk/>
            <pc:sldMk cId="3613389936" sldId="266"/>
            <ac:picMk id="16" creationId="{29BF1C8F-BA81-F873-86C0-7132BFCF978E}"/>
          </ac:picMkLst>
        </pc:picChg>
        <pc:picChg chg="del">
          <ac:chgData name="Sohel" userId="08cff84b-14e0-4d2c-9531-20cf753f4501" providerId="ADAL" clId="{84374195-D612-4124-93FA-FDF872673EE6}" dt="2026-10-22T05:43:02.491" v="267" actId="478"/>
          <ac:picMkLst>
            <pc:docMk/>
            <pc:sldMk cId="3613389936" sldId="266"/>
            <ac:picMk id="18" creationId="{69B9592E-1806-B25B-9403-A0AF6377D88C}"/>
          </ac:picMkLst>
        </pc:picChg>
        <pc:picChg chg="del">
          <ac:chgData name="Sohel" userId="08cff84b-14e0-4d2c-9531-20cf753f4501" providerId="ADAL" clId="{84374195-D612-4124-93FA-FDF872673EE6}" dt="2026-10-22T05:43:02.491" v="267" actId="478"/>
          <ac:picMkLst>
            <pc:docMk/>
            <pc:sldMk cId="3613389936" sldId="266"/>
            <ac:picMk id="26" creationId="{079E5206-FDFC-7D82-C4B3-508E7BA26647}"/>
          </ac:picMkLst>
        </pc:picChg>
        <pc:picChg chg="mod topLvl">
          <ac:chgData name="Sohel" userId="08cff84b-14e0-4d2c-9531-20cf753f4501" providerId="ADAL" clId="{84374195-D612-4124-93FA-FDF872673EE6}" dt="2026-10-22T05:49:57.375" v="362" actId="164"/>
          <ac:picMkLst>
            <pc:docMk/>
            <pc:sldMk cId="3613389936" sldId="266"/>
            <ac:picMk id="27" creationId="{CB8E81B5-1A16-548F-735A-71F65C3E5D02}"/>
          </ac:picMkLst>
        </pc:picChg>
        <pc:picChg chg="mod topLvl">
          <ac:chgData name="Sohel" userId="08cff84b-14e0-4d2c-9531-20cf753f4501" providerId="ADAL" clId="{84374195-D612-4124-93FA-FDF872673EE6}" dt="2026-10-22T06:30:03.737" v="532" actId="1038"/>
          <ac:picMkLst>
            <pc:docMk/>
            <pc:sldMk cId="3613389936" sldId="266"/>
            <ac:picMk id="29" creationId="{FA8E344F-5295-3A00-0DDE-5E88767910B8}"/>
          </ac:picMkLst>
        </pc:picChg>
        <pc:picChg chg="mod">
          <ac:chgData name="Sohel" userId="08cff84b-14e0-4d2c-9531-20cf753f4501" providerId="ADAL" clId="{84374195-D612-4124-93FA-FDF872673EE6}" dt="2026-10-22T05:46:35.388" v="294" actId="165"/>
          <ac:picMkLst>
            <pc:docMk/>
            <pc:sldMk cId="3613389936" sldId="266"/>
            <ac:picMk id="35" creationId="{688E4262-D7CC-3F4A-A3B9-B09B677A8866}"/>
          </ac:picMkLst>
        </pc:picChg>
        <pc:picChg chg="mod topLvl">
          <ac:chgData name="Sohel" userId="08cff84b-14e0-4d2c-9531-20cf753f4501" providerId="ADAL" clId="{84374195-D612-4124-93FA-FDF872673EE6}" dt="2026-10-22T06:30:03.737" v="532" actId="1038"/>
          <ac:picMkLst>
            <pc:docMk/>
            <pc:sldMk cId="3613389936" sldId="266"/>
            <ac:picMk id="37" creationId="{F9BF9E1E-5C27-2DF3-6409-64051A4F21AA}"/>
          </ac:picMkLst>
        </pc:picChg>
        <pc:picChg chg="del">
          <ac:chgData name="Sohel" userId="08cff84b-14e0-4d2c-9531-20cf753f4501" providerId="ADAL" clId="{84374195-D612-4124-93FA-FDF872673EE6}" dt="2026-10-22T05:43:00.039" v="266" actId="478"/>
          <ac:picMkLst>
            <pc:docMk/>
            <pc:sldMk cId="3613389936" sldId="266"/>
            <ac:picMk id="40" creationId="{D9E484A3-0A0F-C881-A20E-AC0F8152AB44}"/>
          </ac:picMkLst>
        </pc:picChg>
        <pc:picChg chg="mod">
          <ac:chgData name="Sohel" userId="08cff84b-14e0-4d2c-9531-20cf753f4501" providerId="ADAL" clId="{84374195-D612-4124-93FA-FDF872673EE6}" dt="2026-10-22T05:50:22.951" v="378" actId="165"/>
          <ac:picMkLst>
            <pc:docMk/>
            <pc:sldMk cId="3613389936" sldId="266"/>
            <ac:picMk id="43" creationId="{77B4DD60-2DEE-0551-CA82-8B4E3352AE91}"/>
          </ac:picMkLst>
        </pc:picChg>
        <pc:picChg chg="add del mod">
          <ac:chgData name="Sohel" userId="08cff84b-14e0-4d2c-9531-20cf753f4501" providerId="ADAL" clId="{84374195-D612-4124-93FA-FDF872673EE6}" dt="2026-10-22T06:32:34.048" v="534" actId="478"/>
          <ac:picMkLst>
            <pc:docMk/>
            <pc:sldMk cId="3613389936" sldId="266"/>
            <ac:picMk id="65" creationId="{E28CC919-0AD5-7343-34AC-5F833F038778}"/>
          </ac:picMkLst>
        </pc:picChg>
        <pc:picChg chg="add mod">
          <ac:chgData name="Sohel" userId="08cff84b-14e0-4d2c-9531-20cf753f4501" providerId="ADAL" clId="{84374195-D612-4124-93FA-FDF872673EE6}" dt="2026-10-22T06:33:12.809" v="544" actId="1076"/>
          <ac:picMkLst>
            <pc:docMk/>
            <pc:sldMk cId="3613389936" sldId="266"/>
            <ac:picMk id="66" creationId="{0834F929-856F-0384-1208-25375E5632FF}"/>
          </ac:picMkLst>
        </pc:picChg>
        <pc:picChg chg="add">
          <ac:chgData name="Sohel" userId="08cff84b-14e0-4d2c-9531-20cf753f4501" providerId="ADAL" clId="{84374195-D612-4124-93FA-FDF872673EE6}" dt="2026-10-22T06:29:48.106" v="497" actId="22"/>
          <ac:picMkLst>
            <pc:docMk/>
            <pc:sldMk cId="3613389936" sldId="266"/>
            <ac:picMk id="108" creationId="{11318BA8-9670-253B-416F-BFA4F70BEC83}"/>
          </ac:picMkLst>
        </pc:picChg>
        <pc:picChg chg="add">
          <ac:chgData name="Sohel" userId="08cff84b-14e0-4d2c-9531-20cf753f4501" providerId="ADAL" clId="{84374195-D612-4124-93FA-FDF872673EE6}" dt="2026-10-22T06:29:48.106" v="497" actId="22"/>
          <ac:picMkLst>
            <pc:docMk/>
            <pc:sldMk cId="3613389936" sldId="266"/>
            <ac:picMk id="110" creationId="{13C0B0C8-EBC3-B6BF-1916-7F1DCA4B827F}"/>
          </ac:picMkLst>
        </pc:picChg>
        <pc:picChg chg="add mod">
          <ac:chgData name="Sohel" userId="08cff84b-14e0-4d2c-9531-20cf753f4501" providerId="ADAL" clId="{84374195-D612-4124-93FA-FDF872673EE6}" dt="2026-10-22T06:33:03.284" v="543" actId="1076"/>
          <ac:picMkLst>
            <pc:docMk/>
            <pc:sldMk cId="3613389936" sldId="266"/>
            <ac:picMk id="112" creationId="{B70A9108-6989-DE63-C1BB-404F2DF10605}"/>
          </ac:picMkLst>
        </pc:picChg>
        <pc:cxnChg chg="add mod">
          <ac:chgData name="Sohel" userId="08cff84b-14e0-4d2c-9531-20cf753f4501" providerId="ADAL" clId="{84374195-D612-4124-93FA-FDF872673EE6}" dt="2026-10-22T06:26:55.547" v="435" actId="14100"/>
          <ac:cxnSpMkLst>
            <pc:docMk/>
            <pc:sldMk cId="3613389936" sldId="266"/>
            <ac:cxnSpMk id="48" creationId="{244BC1D4-FE57-03FF-672E-B15585D681CE}"/>
          </ac:cxnSpMkLst>
        </pc:cxnChg>
        <pc:cxnChg chg="add mod">
          <ac:chgData name="Sohel" userId="08cff84b-14e0-4d2c-9531-20cf753f4501" providerId="ADAL" clId="{84374195-D612-4124-93FA-FDF872673EE6}" dt="2026-10-22T06:27:00.740" v="438" actId="14100"/>
          <ac:cxnSpMkLst>
            <pc:docMk/>
            <pc:sldMk cId="3613389936" sldId="266"/>
            <ac:cxnSpMk id="49" creationId="{50BFBDD3-6B97-FBF6-5863-C53860761416}"/>
          </ac:cxnSpMkLst>
        </pc:cxnChg>
      </pc:sldChg>
      <pc:sldChg chg="addSp delSp modSp add mod ord delAnim modAnim">
        <pc:chgData name="Sohel" userId="08cff84b-14e0-4d2c-9531-20cf753f4501" providerId="ADAL" clId="{84374195-D612-4124-93FA-FDF872673EE6}" dt="2026-10-23T13:32:25.072" v="1160"/>
        <pc:sldMkLst>
          <pc:docMk/>
          <pc:sldMk cId="1478333830" sldId="267"/>
        </pc:sldMkLst>
        <pc:spChg chg="add mod">
          <ac:chgData name="Sohel" userId="08cff84b-14e0-4d2c-9531-20cf753f4501" providerId="ADAL" clId="{84374195-D612-4124-93FA-FDF872673EE6}" dt="2026-10-22T06:51:27.448" v="756" actId="1076"/>
          <ac:spMkLst>
            <pc:docMk/>
            <pc:sldMk cId="1478333830" sldId="267"/>
            <ac:spMk id="4" creationId="{C89EDE1B-6A69-2DDA-267A-9C8810E28DEC}"/>
          </ac:spMkLst>
        </pc:spChg>
        <pc:spChg chg="add del mod">
          <ac:chgData name="Sohel" userId="08cff84b-14e0-4d2c-9531-20cf753f4501" providerId="ADAL" clId="{84374195-D612-4124-93FA-FDF872673EE6}" dt="2026-10-22T06:40:44.016" v="674" actId="478"/>
          <ac:spMkLst>
            <pc:docMk/>
            <pc:sldMk cId="1478333830" sldId="267"/>
            <ac:spMk id="5" creationId="{21D60C9D-6D5C-FB01-7C49-C1AFAF189080}"/>
          </ac:spMkLst>
        </pc:spChg>
        <pc:spChg chg="add mod">
          <ac:chgData name="Sohel" userId="08cff84b-14e0-4d2c-9531-20cf753f4501" providerId="ADAL" clId="{84374195-D612-4124-93FA-FDF872673EE6}" dt="2026-10-22T06:40:51.810" v="676"/>
          <ac:spMkLst>
            <pc:docMk/>
            <pc:sldMk cId="1478333830" sldId="267"/>
            <ac:spMk id="6" creationId="{51D9AA48-CF34-1479-AF34-65DC984B60A6}"/>
          </ac:spMkLst>
        </pc:spChg>
        <pc:spChg chg="add mod">
          <ac:chgData name="Sohel" userId="08cff84b-14e0-4d2c-9531-20cf753f4501" providerId="ADAL" clId="{84374195-D612-4124-93FA-FDF872673EE6}" dt="2026-10-22T06:51:38.164" v="834" actId="1038"/>
          <ac:spMkLst>
            <pc:docMk/>
            <pc:sldMk cId="1478333830" sldId="267"/>
            <ac:spMk id="8" creationId="{E65F8351-CBCA-3598-359B-827704105BCC}"/>
          </ac:spMkLst>
        </pc:spChg>
        <pc:spChg chg="mod">
          <ac:chgData name="Sohel" userId="08cff84b-14e0-4d2c-9531-20cf753f4501" providerId="ADAL" clId="{84374195-D612-4124-93FA-FDF872673EE6}" dt="2026-10-22T06:34:11.295" v="591" actId="1035"/>
          <ac:spMkLst>
            <pc:docMk/>
            <pc:sldMk cId="1478333830" sldId="267"/>
            <ac:spMk id="32" creationId="{3E348822-18EE-9CF5-B8DF-D1BBB8B07734}"/>
          </ac:spMkLst>
        </pc:spChg>
        <pc:spChg chg="mod">
          <ac:chgData name="Sohel" userId="08cff84b-14e0-4d2c-9531-20cf753f4501" providerId="ADAL" clId="{84374195-D612-4124-93FA-FDF872673EE6}" dt="2026-10-22T06:34:11.295" v="591" actId="1035"/>
          <ac:spMkLst>
            <pc:docMk/>
            <pc:sldMk cId="1478333830" sldId="267"/>
            <ac:spMk id="45" creationId="{0A6C5697-3D37-9034-2B04-A086183EAFA3}"/>
          </ac:spMkLst>
        </pc:spChg>
        <pc:spChg chg="mod">
          <ac:chgData name="Sohel" userId="08cff84b-14e0-4d2c-9531-20cf753f4501" providerId="ADAL" clId="{84374195-D612-4124-93FA-FDF872673EE6}" dt="2026-10-22T06:34:11.295" v="591" actId="1035"/>
          <ac:spMkLst>
            <pc:docMk/>
            <pc:sldMk cId="1478333830" sldId="267"/>
            <ac:spMk id="46" creationId="{8DB8D98F-BEA1-B0F3-FD22-1C90C44851C1}"/>
          </ac:spMkLst>
        </pc:spChg>
        <pc:spChg chg="mod">
          <ac:chgData name="Sohel" userId="08cff84b-14e0-4d2c-9531-20cf753f4501" providerId="ADAL" clId="{84374195-D612-4124-93FA-FDF872673EE6}" dt="2026-10-22T06:35:38.843" v="613"/>
          <ac:spMkLst>
            <pc:docMk/>
            <pc:sldMk cId="1478333830" sldId="267"/>
            <ac:spMk id="56" creationId="{7FAC6BA7-8867-768C-915A-BE3221549125}"/>
          </ac:spMkLst>
        </pc:spChg>
        <pc:spChg chg="mod">
          <ac:chgData name="Sohel" userId="08cff84b-14e0-4d2c-9531-20cf753f4501" providerId="ADAL" clId="{84374195-D612-4124-93FA-FDF872673EE6}" dt="2026-10-22T06:34:44.410" v="599" actId="14100"/>
          <ac:spMkLst>
            <pc:docMk/>
            <pc:sldMk cId="1478333830" sldId="267"/>
            <ac:spMk id="63" creationId="{323E173C-A5F1-538A-58F6-A0432AC8CA79}"/>
          </ac:spMkLst>
        </pc:spChg>
        <pc:spChg chg="del mod">
          <ac:chgData name="Sohel" userId="08cff84b-14e0-4d2c-9531-20cf753f4501" providerId="ADAL" clId="{84374195-D612-4124-93FA-FDF872673EE6}" dt="2026-10-23T13:32:23.257" v="1159" actId="478"/>
          <ac:spMkLst>
            <pc:docMk/>
            <pc:sldMk cId="1478333830" sldId="267"/>
            <ac:spMk id="68" creationId="{92CA7103-8A71-AA62-D518-DEB036283C40}"/>
          </ac:spMkLst>
        </pc:spChg>
        <pc:spChg chg="del mod">
          <ac:chgData name="Sohel" userId="08cff84b-14e0-4d2c-9531-20cf753f4501" providerId="ADAL" clId="{84374195-D612-4124-93FA-FDF872673EE6}" dt="2026-10-23T13:32:23.257" v="1159" actId="478"/>
          <ac:spMkLst>
            <pc:docMk/>
            <pc:sldMk cId="1478333830" sldId="267"/>
            <ac:spMk id="70" creationId="{ABDB415D-F1D3-D35F-DB94-0A43574836E6}"/>
          </ac:spMkLst>
        </pc:spChg>
        <pc:spChg chg="del mod">
          <ac:chgData name="Sohel" userId="08cff84b-14e0-4d2c-9531-20cf753f4501" providerId="ADAL" clId="{84374195-D612-4124-93FA-FDF872673EE6}" dt="2026-10-23T13:32:23.257" v="1159" actId="478"/>
          <ac:spMkLst>
            <pc:docMk/>
            <pc:sldMk cId="1478333830" sldId="267"/>
            <ac:spMk id="72" creationId="{09AB00B0-70B7-1E17-6B3E-1311E50029B2}"/>
          </ac:spMkLst>
        </pc:spChg>
        <pc:spChg chg="del mod">
          <ac:chgData name="Sohel" userId="08cff84b-14e0-4d2c-9531-20cf753f4501" providerId="ADAL" clId="{84374195-D612-4124-93FA-FDF872673EE6}" dt="2026-10-23T13:32:23.257" v="1159" actId="478"/>
          <ac:spMkLst>
            <pc:docMk/>
            <pc:sldMk cId="1478333830" sldId="267"/>
            <ac:spMk id="104" creationId="{71055ECD-1CB6-1D03-761F-3333671C8CE5}"/>
          </ac:spMkLst>
        </pc:spChg>
        <pc:spChg chg="del mod">
          <ac:chgData name="Sohel" userId="08cff84b-14e0-4d2c-9531-20cf753f4501" providerId="ADAL" clId="{84374195-D612-4124-93FA-FDF872673EE6}" dt="2026-10-23T13:32:23.257" v="1159" actId="478"/>
          <ac:spMkLst>
            <pc:docMk/>
            <pc:sldMk cId="1478333830" sldId="267"/>
            <ac:spMk id="106" creationId="{4949F5CD-9209-628B-52EE-245604DAE54C}"/>
          </ac:spMkLst>
        </pc:spChg>
        <pc:grpChg chg="add mod">
          <ac:chgData name="Sohel" userId="08cff84b-14e0-4d2c-9531-20cf753f4501" providerId="ADAL" clId="{84374195-D612-4124-93FA-FDF872673EE6}" dt="2026-10-23T13:32:25.072" v="1160"/>
          <ac:grpSpMkLst>
            <pc:docMk/>
            <pc:sldMk cId="1478333830" sldId="267"/>
            <ac:grpSpMk id="2" creationId="{35ED9BF3-C7E1-812B-CED4-958FB762F5B1}"/>
          </ac:grpSpMkLst>
        </pc:grpChg>
        <pc:picChg chg="add del mod">
          <ac:chgData name="Sohel" userId="08cff84b-14e0-4d2c-9531-20cf753f4501" providerId="ADAL" clId="{84374195-D612-4124-93FA-FDF872673EE6}" dt="2026-10-23T13:32:23.257" v="1159" actId="478"/>
          <ac:picMkLst>
            <pc:docMk/>
            <pc:sldMk cId="1478333830" sldId="267"/>
            <ac:picMk id="3" creationId="{C91C81BB-2DD9-FC26-1F33-C11E1CE0853B}"/>
          </ac:picMkLst>
        </pc:picChg>
        <pc:picChg chg="mod">
          <ac:chgData name="Sohel" userId="08cff84b-14e0-4d2c-9531-20cf753f4501" providerId="ADAL" clId="{84374195-D612-4124-93FA-FDF872673EE6}" dt="2026-10-23T13:32:25.072" v="1160"/>
          <ac:picMkLst>
            <pc:docMk/>
            <pc:sldMk cId="1478333830" sldId="267"/>
            <ac:picMk id="5" creationId="{938C5043-E947-A281-15F0-31C56C00295A}"/>
          </ac:picMkLst>
        </pc:picChg>
        <pc:picChg chg="mod">
          <ac:chgData name="Sohel" userId="08cff84b-14e0-4d2c-9531-20cf753f4501" providerId="ADAL" clId="{84374195-D612-4124-93FA-FDF872673EE6}" dt="2026-10-23T13:32:25.072" v="1160"/>
          <ac:picMkLst>
            <pc:docMk/>
            <pc:sldMk cId="1478333830" sldId="267"/>
            <ac:picMk id="7" creationId="{52CA64F6-1F76-B08A-2AFA-5B276DCAB843}"/>
          </ac:picMkLst>
        </pc:picChg>
        <pc:picChg chg="mod">
          <ac:chgData name="Sohel" userId="08cff84b-14e0-4d2c-9531-20cf753f4501" providerId="ADAL" clId="{84374195-D612-4124-93FA-FDF872673EE6}" dt="2026-10-22T06:35:13.603" v="605" actId="14100"/>
          <ac:picMkLst>
            <pc:docMk/>
            <pc:sldMk cId="1478333830" sldId="267"/>
            <ac:picMk id="66" creationId="{46C5B65D-1DC8-7111-C50B-C5E937B93D0B}"/>
          </ac:picMkLst>
        </pc:picChg>
        <pc:picChg chg="del">
          <ac:chgData name="Sohel" userId="08cff84b-14e0-4d2c-9531-20cf753f4501" providerId="ADAL" clId="{84374195-D612-4124-93FA-FDF872673EE6}" dt="2026-10-22T06:33:56.423" v="548" actId="478"/>
          <ac:picMkLst>
            <pc:docMk/>
            <pc:sldMk cId="1478333830" sldId="267"/>
            <ac:picMk id="108" creationId="{D3D08EAC-5D51-2763-A32F-2534121DB5A0}"/>
          </ac:picMkLst>
        </pc:picChg>
        <pc:picChg chg="del">
          <ac:chgData name="Sohel" userId="08cff84b-14e0-4d2c-9531-20cf753f4501" providerId="ADAL" clId="{84374195-D612-4124-93FA-FDF872673EE6}" dt="2026-10-22T06:33:55.196" v="547" actId="478"/>
          <ac:picMkLst>
            <pc:docMk/>
            <pc:sldMk cId="1478333830" sldId="267"/>
            <ac:picMk id="110" creationId="{009EF4A5-4EA9-DA65-B555-6B80EA0F3F10}"/>
          </ac:picMkLst>
        </pc:picChg>
        <pc:picChg chg="mod">
          <ac:chgData name="Sohel" userId="08cff84b-14e0-4d2c-9531-20cf753f4501" providerId="ADAL" clId="{84374195-D612-4124-93FA-FDF872673EE6}" dt="2026-10-22T06:35:17.377" v="606" actId="1076"/>
          <ac:picMkLst>
            <pc:docMk/>
            <pc:sldMk cId="1478333830" sldId="267"/>
            <ac:picMk id="112" creationId="{A98EA41B-0AC3-3CC5-7C4B-F65896D7F55D}"/>
          </ac:picMkLst>
        </pc:picChg>
      </pc:sldChg>
      <pc:sldChg chg="addSp delSp modSp add mod delAnim modAnim">
        <pc:chgData name="Sohel" userId="08cff84b-14e0-4d2c-9531-20cf753f4501" providerId="ADAL" clId="{84374195-D612-4124-93FA-FDF872673EE6}" dt="2026-10-23T13:32:13.163" v="1158"/>
        <pc:sldMkLst>
          <pc:docMk/>
          <pc:sldMk cId="2997973905" sldId="268"/>
        </pc:sldMkLst>
        <pc:spChg chg="mod">
          <ac:chgData name="Sohel" userId="08cff84b-14e0-4d2c-9531-20cf753f4501" providerId="ADAL" clId="{84374195-D612-4124-93FA-FDF872673EE6}" dt="2026-10-22T06:49:57.718" v="716" actId="20577"/>
          <ac:spMkLst>
            <pc:docMk/>
            <pc:sldMk cId="2997973905" sldId="268"/>
            <ac:spMk id="4" creationId="{7947CE77-5DED-52C7-5A8C-8D5A33E5CB75}"/>
          </ac:spMkLst>
        </pc:spChg>
        <pc:spChg chg="add del mod">
          <ac:chgData name="Sohel" userId="08cff84b-14e0-4d2c-9531-20cf753f4501" providerId="ADAL" clId="{84374195-D612-4124-93FA-FDF872673EE6}" dt="2026-10-23T13:32:10.326" v="1156"/>
          <ac:spMkLst>
            <pc:docMk/>
            <pc:sldMk cId="2997973905" sldId="268"/>
            <ac:spMk id="6" creationId="{9E805A9B-7595-86B1-CC18-BAFC84FDE4C5}"/>
          </ac:spMkLst>
        </pc:spChg>
        <pc:spChg chg="add mod">
          <ac:chgData name="Sohel" userId="08cff84b-14e0-4d2c-9531-20cf753f4501" providerId="ADAL" clId="{84374195-D612-4124-93FA-FDF872673EE6}" dt="2026-10-22T06:41:21.115" v="692" actId="948"/>
          <ac:spMkLst>
            <pc:docMk/>
            <pc:sldMk cId="2997973905" sldId="268"/>
            <ac:spMk id="7" creationId="{2FF8CD9E-CFC9-C5D6-1CCF-183FE22277EE}"/>
          </ac:spMkLst>
        </pc:spChg>
        <pc:spChg chg="add mod">
          <ac:chgData name="Sohel" userId="08cff84b-14e0-4d2c-9531-20cf753f4501" providerId="ADAL" clId="{84374195-D612-4124-93FA-FDF872673EE6}" dt="2026-10-22T06:51:48.727" v="867" actId="1036"/>
          <ac:spMkLst>
            <pc:docMk/>
            <pc:sldMk cId="2997973905" sldId="268"/>
            <ac:spMk id="9" creationId="{29A6F186-BE06-B2E5-1390-330A9F213F8E}"/>
          </ac:spMkLst>
        </pc:spChg>
        <pc:spChg chg="mod">
          <ac:chgData name="Sohel" userId="08cff84b-14e0-4d2c-9531-20cf753f4501" providerId="ADAL" clId="{84374195-D612-4124-93FA-FDF872673EE6}" dt="2026-10-22T06:36:29.839" v="618"/>
          <ac:spMkLst>
            <pc:docMk/>
            <pc:sldMk cId="2997973905" sldId="268"/>
            <ac:spMk id="56" creationId="{4D7C8B89-34D3-86C8-C9F2-C8CEAB620DD2}"/>
          </ac:spMkLst>
        </pc:spChg>
        <pc:spChg chg="mod">
          <ac:chgData name="Sohel" userId="08cff84b-14e0-4d2c-9531-20cf753f4501" providerId="ADAL" clId="{84374195-D612-4124-93FA-FDF872673EE6}" dt="2026-10-22T06:50:04.078" v="717" actId="20577"/>
          <ac:spMkLst>
            <pc:docMk/>
            <pc:sldMk cId="2997973905" sldId="268"/>
            <ac:spMk id="63" creationId="{3D8422C7-2096-FE5C-A2CD-0506795CBCB3}"/>
          </ac:spMkLst>
        </pc:spChg>
        <pc:spChg chg="del">
          <ac:chgData name="Sohel" userId="08cff84b-14e0-4d2c-9531-20cf753f4501" providerId="ADAL" clId="{84374195-D612-4124-93FA-FDF872673EE6}" dt="2026-10-23T13:32:12.196" v="1157" actId="478"/>
          <ac:spMkLst>
            <pc:docMk/>
            <pc:sldMk cId="2997973905" sldId="268"/>
            <ac:spMk id="68" creationId="{F7DC499B-C7EB-5487-A6C6-211E013BB8F3}"/>
          </ac:spMkLst>
        </pc:spChg>
        <pc:spChg chg="del">
          <ac:chgData name="Sohel" userId="08cff84b-14e0-4d2c-9531-20cf753f4501" providerId="ADAL" clId="{84374195-D612-4124-93FA-FDF872673EE6}" dt="2026-10-23T13:32:12.196" v="1157" actId="478"/>
          <ac:spMkLst>
            <pc:docMk/>
            <pc:sldMk cId="2997973905" sldId="268"/>
            <ac:spMk id="70" creationId="{37263095-6A44-60C3-47DF-BCCAEB3F223C}"/>
          </ac:spMkLst>
        </pc:spChg>
        <pc:spChg chg="del">
          <ac:chgData name="Sohel" userId="08cff84b-14e0-4d2c-9531-20cf753f4501" providerId="ADAL" clId="{84374195-D612-4124-93FA-FDF872673EE6}" dt="2026-10-23T13:32:12.196" v="1157" actId="478"/>
          <ac:spMkLst>
            <pc:docMk/>
            <pc:sldMk cId="2997973905" sldId="268"/>
            <ac:spMk id="72" creationId="{F925E96B-44CC-37A6-1E29-FCBE6013B3D4}"/>
          </ac:spMkLst>
        </pc:spChg>
        <pc:spChg chg="del">
          <ac:chgData name="Sohel" userId="08cff84b-14e0-4d2c-9531-20cf753f4501" providerId="ADAL" clId="{84374195-D612-4124-93FA-FDF872673EE6}" dt="2026-10-23T13:32:12.196" v="1157" actId="478"/>
          <ac:spMkLst>
            <pc:docMk/>
            <pc:sldMk cId="2997973905" sldId="268"/>
            <ac:spMk id="104" creationId="{EB5DC1E4-FA9B-BAC7-D158-01E1D63EA235}"/>
          </ac:spMkLst>
        </pc:spChg>
        <pc:spChg chg="del">
          <ac:chgData name="Sohel" userId="08cff84b-14e0-4d2c-9531-20cf753f4501" providerId="ADAL" clId="{84374195-D612-4124-93FA-FDF872673EE6}" dt="2026-10-23T13:32:12.196" v="1157" actId="478"/>
          <ac:spMkLst>
            <pc:docMk/>
            <pc:sldMk cId="2997973905" sldId="268"/>
            <ac:spMk id="106" creationId="{DFF59333-10A5-E12D-7A8F-2BD5D9999EA8}"/>
          </ac:spMkLst>
        </pc:spChg>
        <pc:grpChg chg="add mod">
          <ac:chgData name="Sohel" userId="08cff84b-14e0-4d2c-9531-20cf753f4501" providerId="ADAL" clId="{84374195-D612-4124-93FA-FDF872673EE6}" dt="2026-10-23T13:32:13.163" v="1158"/>
          <ac:grpSpMkLst>
            <pc:docMk/>
            <pc:sldMk cId="2997973905" sldId="268"/>
            <ac:grpSpMk id="8" creationId="{B9A90301-86A2-16EE-FED9-2EAC00ECEE3B}"/>
          </ac:grpSpMkLst>
        </pc:grpChg>
        <pc:picChg chg="add mod">
          <ac:chgData name="Sohel" userId="08cff84b-14e0-4d2c-9531-20cf753f4501" providerId="ADAL" clId="{84374195-D612-4124-93FA-FDF872673EE6}" dt="2026-10-22T06:37:41.834" v="635" actId="1076"/>
          <ac:picMkLst>
            <pc:docMk/>
            <pc:sldMk cId="2997973905" sldId="268"/>
            <ac:picMk id="2" creationId="{1DB810F6-CEF5-CDC5-A94A-B5CB62BF66E1}"/>
          </ac:picMkLst>
        </pc:picChg>
        <pc:picChg chg="del">
          <ac:chgData name="Sohel" userId="08cff84b-14e0-4d2c-9531-20cf753f4501" providerId="ADAL" clId="{84374195-D612-4124-93FA-FDF872673EE6}" dt="2026-10-23T13:32:12.196" v="1157" actId="478"/>
          <ac:picMkLst>
            <pc:docMk/>
            <pc:sldMk cId="2997973905" sldId="268"/>
            <ac:picMk id="3" creationId="{E2673369-2102-7686-410B-A39026446EDF}"/>
          </ac:picMkLst>
        </pc:picChg>
        <pc:picChg chg="add mod">
          <ac:chgData name="Sohel" userId="08cff84b-14e0-4d2c-9531-20cf753f4501" providerId="ADAL" clId="{84374195-D612-4124-93FA-FDF872673EE6}" dt="2026-10-22T06:48:55.655" v="713" actId="1076"/>
          <ac:picMkLst>
            <pc:docMk/>
            <pc:sldMk cId="2997973905" sldId="268"/>
            <ac:picMk id="5" creationId="{37494707-B341-0CF3-BD7D-C5415F170BE2}"/>
          </ac:picMkLst>
        </pc:picChg>
        <pc:picChg chg="mod">
          <ac:chgData name="Sohel" userId="08cff84b-14e0-4d2c-9531-20cf753f4501" providerId="ADAL" clId="{84374195-D612-4124-93FA-FDF872673EE6}" dt="2026-10-23T13:32:13.163" v="1158"/>
          <ac:picMkLst>
            <pc:docMk/>
            <pc:sldMk cId="2997973905" sldId="268"/>
            <ac:picMk id="10" creationId="{B40FA9F2-47B8-DD1C-4AFC-8B48750DA11A}"/>
          </ac:picMkLst>
        </pc:picChg>
        <pc:picChg chg="mod">
          <ac:chgData name="Sohel" userId="08cff84b-14e0-4d2c-9531-20cf753f4501" providerId="ADAL" clId="{84374195-D612-4124-93FA-FDF872673EE6}" dt="2026-10-23T13:32:13.163" v="1158"/>
          <ac:picMkLst>
            <pc:docMk/>
            <pc:sldMk cId="2997973905" sldId="268"/>
            <ac:picMk id="11" creationId="{D143541B-0982-ED57-30F5-C4ABBC205E88}"/>
          </ac:picMkLst>
        </pc:picChg>
        <pc:picChg chg="del">
          <ac:chgData name="Sohel" userId="08cff84b-14e0-4d2c-9531-20cf753f4501" providerId="ADAL" clId="{84374195-D612-4124-93FA-FDF872673EE6}" dt="2026-10-22T06:36:40.837" v="620" actId="478"/>
          <ac:picMkLst>
            <pc:docMk/>
            <pc:sldMk cId="2997973905" sldId="268"/>
            <ac:picMk id="66" creationId="{FEECA0DD-6E56-0C2E-4593-B40ED98492BB}"/>
          </ac:picMkLst>
        </pc:picChg>
        <pc:picChg chg="del">
          <ac:chgData name="Sohel" userId="08cff84b-14e0-4d2c-9531-20cf753f4501" providerId="ADAL" clId="{84374195-D612-4124-93FA-FDF872673EE6}" dt="2026-10-22T06:37:22.416" v="630" actId="478"/>
          <ac:picMkLst>
            <pc:docMk/>
            <pc:sldMk cId="2997973905" sldId="268"/>
            <ac:picMk id="112" creationId="{80936A16-BE72-FC6C-86C1-36DC0462D456}"/>
          </ac:picMkLst>
        </pc:picChg>
      </pc:sldChg>
      <pc:sldChg chg="addSp delSp modSp add mod delAnim modAnim">
        <pc:chgData name="Sohel" userId="08cff84b-14e0-4d2c-9531-20cf753f4501" providerId="ADAL" clId="{84374195-D612-4124-93FA-FDF872673EE6}" dt="2026-10-23T13:32:35.298" v="1162"/>
        <pc:sldMkLst>
          <pc:docMk/>
          <pc:sldMk cId="1037843614" sldId="269"/>
        </pc:sldMkLst>
        <pc:spChg chg="mod">
          <ac:chgData name="Sohel" userId="08cff84b-14e0-4d2c-9531-20cf753f4501" providerId="ADAL" clId="{84374195-D612-4124-93FA-FDF872673EE6}" dt="2026-10-22T06:49:43.953" v="715"/>
          <ac:spMkLst>
            <pc:docMk/>
            <pc:sldMk cId="1037843614" sldId="269"/>
            <ac:spMk id="4" creationId="{CE825CFB-0B94-31F5-4C6F-F5E2A0C50B96}"/>
          </ac:spMkLst>
        </pc:spChg>
        <pc:spChg chg="add mod">
          <ac:chgData name="Sohel" userId="08cff84b-14e0-4d2c-9531-20cf753f4501" providerId="ADAL" clId="{84374195-D612-4124-93FA-FDF872673EE6}" dt="2026-10-22T06:42:02.173" v="709" actId="207"/>
          <ac:spMkLst>
            <pc:docMk/>
            <pc:sldMk cId="1037843614" sldId="269"/>
            <ac:spMk id="9" creationId="{DE691EAE-323E-0DCE-6F09-346E3E898D76}"/>
          </ac:spMkLst>
        </pc:spChg>
        <pc:spChg chg="add mod">
          <ac:chgData name="Sohel" userId="08cff84b-14e0-4d2c-9531-20cf753f4501" providerId="ADAL" clId="{84374195-D612-4124-93FA-FDF872673EE6}" dt="2026-10-22T06:51:56.034" v="889" actId="1035"/>
          <ac:spMkLst>
            <pc:docMk/>
            <pc:sldMk cId="1037843614" sldId="269"/>
            <ac:spMk id="11" creationId="{20820197-25AB-930B-8B15-A70BF2F746A7}"/>
          </ac:spMkLst>
        </pc:spChg>
        <pc:spChg chg="mod">
          <ac:chgData name="Sohel" userId="08cff84b-14e0-4d2c-9531-20cf753f4501" providerId="ADAL" clId="{84374195-D612-4124-93FA-FDF872673EE6}" dt="2026-10-22T06:38:08.754" v="640"/>
          <ac:spMkLst>
            <pc:docMk/>
            <pc:sldMk cId="1037843614" sldId="269"/>
            <ac:spMk id="56" creationId="{6A645574-B27C-41CD-51D1-1A2F1520C490}"/>
          </ac:spMkLst>
        </pc:spChg>
        <pc:spChg chg="mod">
          <ac:chgData name="Sohel" userId="08cff84b-14e0-4d2c-9531-20cf753f4501" providerId="ADAL" clId="{84374195-D612-4124-93FA-FDF872673EE6}" dt="2026-10-22T06:38:21.841" v="643" actId="20577"/>
          <ac:spMkLst>
            <pc:docMk/>
            <pc:sldMk cId="1037843614" sldId="269"/>
            <ac:spMk id="63" creationId="{1D5D697D-DEB4-2800-216C-CA473B6DA7DA}"/>
          </ac:spMkLst>
        </pc:spChg>
        <pc:spChg chg="del">
          <ac:chgData name="Sohel" userId="08cff84b-14e0-4d2c-9531-20cf753f4501" providerId="ADAL" clId="{84374195-D612-4124-93FA-FDF872673EE6}" dt="2026-10-23T13:32:34.536" v="1161" actId="478"/>
          <ac:spMkLst>
            <pc:docMk/>
            <pc:sldMk cId="1037843614" sldId="269"/>
            <ac:spMk id="68" creationId="{25C9047C-0640-AAB1-1D42-699F3225C083}"/>
          </ac:spMkLst>
        </pc:spChg>
        <pc:spChg chg="del">
          <ac:chgData name="Sohel" userId="08cff84b-14e0-4d2c-9531-20cf753f4501" providerId="ADAL" clId="{84374195-D612-4124-93FA-FDF872673EE6}" dt="2026-10-23T13:32:34.536" v="1161" actId="478"/>
          <ac:spMkLst>
            <pc:docMk/>
            <pc:sldMk cId="1037843614" sldId="269"/>
            <ac:spMk id="70" creationId="{B4545555-688C-E19E-24D9-FC2B8DA4EE1B}"/>
          </ac:spMkLst>
        </pc:spChg>
        <pc:spChg chg="del">
          <ac:chgData name="Sohel" userId="08cff84b-14e0-4d2c-9531-20cf753f4501" providerId="ADAL" clId="{84374195-D612-4124-93FA-FDF872673EE6}" dt="2026-10-23T13:32:34.536" v="1161" actId="478"/>
          <ac:spMkLst>
            <pc:docMk/>
            <pc:sldMk cId="1037843614" sldId="269"/>
            <ac:spMk id="72" creationId="{82D77E40-B491-270D-DF90-21CB7C7DF743}"/>
          </ac:spMkLst>
        </pc:spChg>
        <pc:spChg chg="del">
          <ac:chgData name="Sohel" userId="08cff84b-14e0-4d2c-9531-20cf753f4501" providerId="ADAL" clId="{84374195-D612-4124-93FA-FDF872673EE6}" dt="2026-10-23T13:32:34.536" v="1161" actId="478"/>
          <ac:spMkLst>
            <pc:docMk/>
            <pc:sldMk cId="1037843614" sldId="269"/>
            <ac:spMk id="104" creationId="{B9B1083E-1221-8E55-31E6-4331D92AF01B}"/>
          </ac:spMkLst>
        </pc:spChg>
        <pc:spChg chg="del">
          <ac:chgData name="Sohel" userId="08cff84b-14e0-4d2c-9531-20cf753f4501" providerId="ADAL" clId="{84374195-D612-4124-93FA-FDF872673EE6}" dt="2026-10-23T13:32:34.536" v="1161" actId="478"/>
          <ac:spMkLst>
            <pc:docMk/>
            <pc:sldMk cId="1037843614" sldId="269"/>
            <ac:spMk id="106" creationId="{6B8DE74C-2995-49AA-10F9-B55F7DCCFD29}"/>
          </ac:spMkLst>
        </pc:spChg>
        <pc:grpChg chg="add mod">
          <ac:chgData name="Sohel" userId="08cff84b-14e0-4d2c-9531-20cf753f4501" providerId="ADAL" clId="{84374195-D612-4124-93FA-FDF872673EE6}" dt="2026-10-23T13:32:35.298" v="1162"/>
          <ac:grpSpMkLst>
            <pc:docMk/>
            <pc:sldMk cId="1037843614" sldId="269"/>
            <ac:grpSpMk id="2" creationId="{637FF21E-87F6-160C-16E4-B079D0BDDDE6}"/>
          </ac:grpSpMkLst>
        </pc:grpChg>
        <pc:picChg chg="del">
          <ac:chgData name="Sohel" userId="08cff84b-14e0-4d2c-9531-20cf753f4501" providerId="ADAL" clId="{84374195-D612-4124-93FA-FDF872673EE6}" dt="2026-10-22T06:38:32.506" v="645" actId="478"/>
          <ac:picMkLst>
            <pc:docMk/>
            <pc:sldMk cId="1037843614" sldId="269"/>
            <ac:picMk id="2" creationId="{A9FFC613-5BDB-CE30-317D-4FAC1F06625F}"/>
          </ac:picMkLst>
        </pc:picChg>
        <pc:picChg chg="del">
          <ac:chgData name="Sohel" userId="08cff84b-14e0-4d2c-9531-20cf753f4501" providerId="ADAL" clId="{84374195-D612-4124-93FA-FDF872673EE6}" dt="2026-10-23T13:32:34.536" v="1161" actId="478"/>
          <ac:picMkLst>
            <pc:docMk/>
            <pc:sldMk cId="1037843614" sldId="269"/>
            <ac:picMk id="3" creationId="{2196CC53-AD3C-9EDF-07BC-7D91D3E48FFE}"/>
          </ac:picMkLst>
        </pc:picChg>
        <pc:picChg chg="mod">
          <ac:chgData name="Sohel" userId="08cff84b-14e0-4d2c-9531-20cf753f4501" providerId="ADAL" clId="{84374195-D612-4124-93FA-FDF872673EE6}" dt="2026-10-23T13:32:35.298" v="1162"/>
          <ac:picMkLst>
            <pc:docMk/>
            <pc:sldMk cId="1037843614" sldId="269"/>
            <ac:picMk id="5" creationId="{04A3B469-385F-ACF4-80C7-2702BEB27A62}"/>
          </ac:picMkLst>
        </pc:picChg>
        <pc:picChg chg="del">
          <ac:chgData name="Sohel" userId="08cff84b-14e0-4d2c-9531-20cf753f4501" providerId="ADAL" clId="{84374195-D612-4124-93FA-FDF872673EE6}" dt="2026-10-22T06:38:55.616" v="649" actId="478"/>
          <ac:picMkLst>
            <pc:docMk/>
            <pc:sldMk cId="1037843614" sldId="269"/>
            <ac:picMk id="5" creationId="{6F424465-A378-73DB-E250-C2671DA4A6EA}"/>
          </ac:picMkLst>
        </pc:picChg>
        <pc:picChg chg="add del">
          <ac:chgData name="Sohel" userId="08cff84b-14e0-4d2c-9531-20cf753f4501" providerId="ADAL" clId="{84374195-D612-4124-93FA-FDF872673EE6}" dt="2026-10-23T13:27:54.789" v="1086" actId="22"/>
          <ac:picMkLst>
            <pc:docMk/>
            <pc:sldMk cId="1037843614" sldId="269"/>
            <ac:picMk id="5" creationId="{EE30FC18-A328-D952-C26D-6F2489B2F22C}"/>
          </ac:picMkLst>
        </pc:picChg>
        <pc:picChg chg="add mod">
          <ac:chgData name="Sohel" userId="08cff84b-14e0-4d2c-9531-20cf753f4501" providerId="ADAL" clId="{84374195-D612-4124-93FA-FDF872673EE6}" dt="2026-10-22T06:38:47.467" v="648" actId="1076"/>
          <ac:picMkLst>
            <pc:docMk/>
            <pc:sldMk cId="1037843614" sldId="269"/>
            <ac:picMk id="6" creationId="{FAE8B6B0-17C6-3A93-CBA6-2293B55DFB48}"/>
          </ac:picMkLst>
        </pc:picChg>
        <pc:picChg chg="add mod">
          <ac:chgData name="Sohel" userId="08cff84b-14e0-4d2c-9531-20cf753f4501" providerId="ADAL" clId="{84374195-D612-4124-93FA-FDF872673EE6}" dt="2026-10-22T06:39:11.221" v="654" actId="1076"/>
          <ac:picMkLst>
            <pc:docMk/>
            <pc:sldMk cId="1037843614" sldId="269"/>
            <ac:picMk id="7" creationId="{A5FB3A88-785C-80AB-121E-66E92A890C24}"/>
          </ac:picMkLst>
        </pc:picChg>
        <pc:picChg chg="mod">
          <ac:chgData name="Sohel" userId="08cff84b-14e0-4d2c-9531-20cf753f4501" providerId="ADAL" clId="{84374195-D612-4124-93FA-FDF872673EE6}" dt="2026-10-23T13:32:35.298" v="1162"/>
          <ac:picMkLst>
            <pc:docMk/>
            <pc:sldMk cId="1037843614" sldId="269"/>
            <ac:picMk id="8" creationId="{11E070C5-FBF8-F824-234B-A11CC42BF657}"/>
          </ac:picMkLst>
        </pc:picChg>
        <pc:picChg chg="add del">
          <ac:chgData name="Sohel" userId="08cff84b-14e0-4d2c-9531-20cf753f4501" providerId="ADAL" clId="{84374195-D612-4124-93FA-FDF872673EE6}" dt="2026-10-23T13:27:58.290" v="1088" actId="22"/>
          <ac:picMkLst>
            <pc:docMk/>
            <pc:sldMk cId="1037843614" sldId="269"/>
            <ac:picMk id="10" creationId="{713913E7-A270-B63F-E9B1-4C68F96BA640}"/>
          </ac:picMkLst>
        </pc:picChg>
      </pc:sldChg>
      <pc:sldChg chg="addSp delSp modSp new del mod">
        <pc:chgData name="Sohel" userId="08cff84b-14e0-4d2c-9531-20cf753f4501" providerId="ADAL" clId="{84374195-D612-4124-93FA-FDF872673EE6}" dt="2026-10-23T13:32:40.892" v="1164" actId="47"/>
        <pc:sldMkLst>
          <pc:docMk/>
          <pc:sldMk cId="2349376177" sldId="270"/>
        </pc:sldMkLst>
        <pc:spChg chg="del">
          <ac:chgData name="Sohel" userId="08cff84b-14e0-4d2c-9531-20cf753f4501" providerId="ADAL" clId="{84374195-D612-4124-93FA-FDF872673EE6}" dt="2026-10-23T12:28:38.647" v="891" actId="478"/>
          <ac:spMkLst>
            <pc:docMk/>
            <pc:sldMk cId="2349376177" sldId="270"/>
            <ac:spMk id="2" creationId="{5F7469D1-F71C-7D25-701E-38779EBA2E10}"/>
          </ac:spMkLst>
        </pc:spChg>
        <pc:spChg chg="del">
          <ac:chgData name="Sohel" userId="08cff84b-14e0-4d2c-9531-20cf753f4501" providerId="ADAL" clId="{84374195-D612-4124-93FA-FDF872673EE6}" dt="2026-10-23T12:28:38.647" v="891" actId="478"/>
          <ac:spMkLst>
            <pc:docMk/>
            <pc:sldMk cId="2349376177" sldId="270"/>
            <ac:spMk id="3" creationId="{58A47731-8D05-A7DF-0B38-C3D4331793F7}"/>
          </ac:spMkLst>
        </pc:spChg>
        <pc:spChg chg="add mod">
          <ac:chgData name="Sohel" userId="08cff84b-14e0-4d2c-9531-20cf753f4501" providerId="ADAL" clId="{84374195-D612-4124-93FA-FDF872673EE6}" dt="2026-10-23T13:17:12.439" v="1042" actId="164"/>
          <ac:spMkLst>
            <pc:docMk/>
            <pc:sldMk cId="2349376177" sldId="270"/>
            <ac:spMk id="4" creationId="{A55C7FAD-6CC7-2092-EB49-75B452A6DFC1}"/>
          </ac:spMkLst>
        </pc:spChg>
        <pc:grpChg chg="add mod">
          <ac:chgData name="Sohel" userId="08cff84b-14e0-4d2c-9531-20cf753f4501" providerId="ADAL" clId="{84374195-D612-4124-93FA-FDF872673EE6}" dt="2026-10-23T13:17:12.439" v="1042" actId="164"/>
          <ac:grpSpMkLst>
            <pc:docMk/>
            <pc:sldMk cId="2349376177" sldId="270"/>
            <ac:grpSpMk id="9" creationId="{3C838E1C-A23C-FAF0-0307-EDE676753869}"/>
          </ac:grpSpMkLst>
        </pc:grpChg>
        <pc:picChg chg="add del mod">
          <ac:chgData name="Sohel" userId="08cff84b-14e0-4d2c-9531-20cf753f4501" providerId="ADAL" clId="{84374195-D612-4124-93FA-FDF872673EE6}" dt="2026-10-23T13:16:41.474" v="1015" actId="478"/>
          <ac:picMkLst>
            <pc:docMk/>
            <pc:sldMk cId="2349376177" sldId="270"/>
            <ac:picMk id="6" creationId="{247349EE-39CA-D9B8-D1DE-C1A938A49D81}"/>
          </ac:picMkLst>
        </pc:picChg>
        <pc:picChg chg="add mod">
          <ac:chgData name="Sohel" userId="08cff84b-14e0-4d2c-9531-20cf753f4501" providerId="ADAL" clId="{84374195-D612-4124-93FA-FDF872673EE6}" dt="2026-10-23T13:17:12.439" v="1042" actId="164"/>
          <ac:picMkLst>
            <pc:docMk/>
            <pc:sldMk cId="2349376177" sldId="270"/>
            <ac:picMk id="8" creationId="{3FAD75D0-0A03-E651-AF23-D76FCEC2153F}"/>
          </ac:picMkLst>
        </pc:picChg>
      </pc:sldChg>
      <pc:sldChg chg="addSp delSp modSp add mod">
        <pc:chgData name="Sohel" userId="08cff84b-14e0-4d2c-9531-20cf753f4501" providerId="ADAL" clId="{84374195-D612-4124-93FA-FDF872673EE6}" dt="2026-10-23T13:30:36.695" v="1132" actId="164"/>
        <pc:sldMkLst>
          <pc:docMk/>
          <pc:sldMk cId="2962548311" sldId="271"/>
        </pc:sldMkLst>
        <pc:spChg chg="add mod">
          <ac:chgData name="Sohel" userId="08cff84b-14e0-4d2c-9531-20cf753f4501" providerId="ADAL" clId="{84374195-D612-4124-93FA-FDF872673EE6}" dt="2026-10-23T13:29:33.550" v="1118" actId="14100"/>
          <ac:spMkLst>
            <pc:docMk/>
            <pc:sldMk cId="2962548311" sldId="271"/>
            <ac:spMk id="2" creationId="{47D3DBB3-53AA-8A1C-5731-74837C737DB5}"/>
          </ac:spMkLst>
        </pc:spChg>
        <pc:spChg chg="del">
          <ac:chgData name="Sohel" userId="08cff84b-14e0-4d2c-9531-20cf753f4501" providerId="ADAL" clId="{84374195-D612-4124-93FA-FDF872673EE6}" dt="2026-10-23T13:28:45.958" v="1108" actId="478"/>
          <ac:spMkLst>
            <pc:docMk/>
            <pc:sldMk cId="2962548311" sldId="271"/>
            <ac:spMk id="20" creationId="{DF946245-B76C-0077-833D-ACD03ED04036}"/>
          </ac:spMkLst>
        </pc:spChg>
        <pc:spChg chg="mod">
          <ac:chgData name="Sohel" userId="08cff84b-14e0-4d2c-9531-20cf753f4501" providerId="ADAL" clId="{84374195-D612-4124-93FA-FDF872673EE6}" dt="2026-10-23T13:29:43.078" v="1128" actId="1037"/>
          <ac:spMkLst>
            <pc:docMk/>
            <pc:sldMk cId="2962548311" sldId="271"/>
            <ac:spMk id="21" creationId="{386713B4-A1D0-C63C-F373-B45AF53561DF}"/>
          </ac:spMkLst>
        </pc:spChg>
        <pc:spChg chg="del">
          <ac:chgData name="Sohel" userId="08cff84b-14e0-4d2c-9531-20cf753f4501" providerId="ADAL" clId="{84374195-D612-4124-93FA-FDF872673EE6}" dt="2026-10-23T13:28:45.958" v="1108" actId="478"/>
          <ac:spMkLst>
            <pc:docMk/>
            <pc:sldMk cId="2962548311" sldId="271"/>
            <ac:spMk id="44" creationId="{1C4E4C60-4AE1-E421-11DC-CB6BC5CB5E3C}"/>
          </ac:spMkLst>
        </pc:spChg>
        <pc:spChg chg="del">
          <ac:chgData name="Sohel" userId="08cff84b-14e0-4d2c-9531-20cf753f4501" providerId="ADAL" clId="{84374195-D612-4124-93FA-FDF872673EE6}" dt="2026-10-23T13:28:45.958" v="1108" actId="478"/>
          <ac:spMkLst>
            <pc:docMk/>
            <pc:sldMk cId="2962548311" sldId="271"/>
            <ac:spMk id="45" creationId="{2CB221A9-3218-B425-8BF2-1ADEEB83262A}"/>
          </ac:spMkLst>
        </pc:spChg>
        <pc:spChg chg="del">
          <ac:chgData name="Sohel" userId="08cff84b-14e0-4d2c-9531-20cf753f4501" providerId="ADAL" clId="{84374195-D612-4124-93FA-FDF872673EE6}" dt="2026-10-23T13:28:45.958" v="1108" actId="478"/>
          <ac:spMkLst>
            <pc:docMk/>
            <pc:sldMk cId="2962548311" sldId="271"/>
            <ac:spMk id="46" creationId="{BFA66F41-DF86-8545-6257-008A1ACCE0D5}"/>
          </ac:spMkLst>
        </pc:spChg>
        <pc:spChg chg="del">
          <ac:chgData name="Sohel" userId="08cff84b-14e0-4d2c-9531-20cf753f4501" providerId="ADAL" clId="{84374195-D612-4124-93FA-FDF872673EE6}" dt="2026-10-23T13:28:45.958" v="1108" actId="478"/>
          <ac:spMkLst>
            <pc:docMk/>
            <pc:sldMk cId="2962548311" sldId="271"/>
            <ac:spMk id="47" creationId="{DACC6A90-1720-FC0F-C55A-31FC5FDCBF97}"/>
          </ac:spMkLst>
        </pc:spChg>
        <pc:spChg chg="mod">
          <ac:chgData name="Sohel" userId="08cff84b-14e0-4d2c-9531-20cf753f4501" providerId="ADAL" clId="{84374195-D612-4124-93FA-FDF872673EE6}" dt="2026-10-23T13:29:43.078" v="1128" actId="1037"/>
          <ac:spMkLst>
            <pc:docMk/>
            <pc:sldMk cId="2962548311" sldId="271"/>
            <ac:spMk id="48" creationId="{C2977B9A-952F-7B69-706C-B119A40E1B1D}"/>
          </ac:spMkLst>
        </pc:spChg>
        <pc:spChg chg="del">
          <ac:chgData name="Sohel" userId="08cff84b-14e0-4d2c-9531-20cf753f4501" providerId="ADAL" clId="{84374195-D612-4124-93FA-FDF872673EE6}" dt="2026-10-23T12:41:13.187" v="921" actId="478"/>
          <ac:spMkLst>
            <pc:docMk/>
            <pc:sldMk cId="2962548311" sldId="271"/>
            <ac:spMk id="68" creationId="{C6C93E04-9A4A-9BDB-566A-A4347140CDFC}"/>
          </ac:spMkLst>
        </pc:spChg>
        <pc:spChg chg="mod">
          <ac:chgData name="Sohel" userId="08cff84b-14e0-4d2c-9531-20cf753f4501" providerId="ADAL" clId="{84374195-D612-4124-93FA-FDF872673EE6}" dt="2026-10-23T13:29:48.589" v="1129" actId="14100"/>
          <ac:spMkLst>
            <pc:docMk/>
            <pc:sldMk cId="2962548311" sldId="271"/>
            <ac:spMk id="69" creationId="{DBC007D3-C827-E783-49A0-39251F6E4B3B}"/>
          </ac:spMkLst>
        </pc:spChg>
        <pc:spChg chg="mod">
          <ac:chgData name="Sohel" userId="08cff84b-14e0-4d2c-9531-20cf753f4501" providerId="ADAL" clId="{84374195-D612-4124-93FA-FDF872673EE6}" dt="2026-10-23T13:29:39.488" v="1120" actId="14100"/>
          <ac:spMkLst>
            <pc:docMk/>
            <pc:sldMk cId="2962548311" sldId="271"/>
            <ac:spMk id="70" creationId="{FC9FDEEC-4EED-28FA-59C8-CC05544AFE6C}"/>
          </ac:spMkLst>
        </pc:spChg>
        <pc:spChg chg="mod">
          <ac:chgData name="Sohel" userId="08cff84b-14e0-4d2c-9531-20cf753f4501" providerId="ADAL" clId="{84374195-D612-4124-93FA-FDF872673EE6}" dt="2026-10-23T12:41:47.363" v="931" actId="14100"/>
          <ac:spMkLst>
            <pc:docMk/>
            <pc:sldMk cId="2962548311" sldId="271"/>
            <ac:spMk id="72" creationId="{C423ADB2-9064-81EF-8D31-5F13EEB8782E}"/>
          </ac:spMkLst>
        </pc:spChg>
        <pc:grpChg chg="add mod">
          <ac:chgData name="Sohel" userId="08cff84b-14e0-4d2c-9531-20cf753f4501" providerId="ADAL" clId="{84374195-D612-4124-93FA-FDF872673EE6}" dt="2026-10-23T13:30:36.695" v="1132" actId="164"/>
          <ac:grpSpMkLst>
            <pc:docMk/>
            <pc:sldMk cId="2962548311" sldId="271"/>
            <ac:grpSpMk id="3" creationId="{08D9E6D6-47E1-DA7E-7C47-AF25BF7A053A}"/>
          </ac:grpSpMkLst>
        </pc:grpChg>
        <pc:grpChg chg="mod">
          <ac:chgData name="Sohel" userId="08cff84b-14e0-4d2c-9531-20cf753f4501" providerId="ADAL" clId="{84374195-D612-4124-93FA-FDF872673EE6}" dt="2026-10-23T13:29:06.947" v="1112" actId="1076"/>
          <ac:grpSpMkLst>
            <pc:docMk/>
            <pc:sldMk cId="2962548311" sldId="271"/>
            <ac:grpSpMk id="77" creationId="{669CDCCE-822F-51B4-6D00-80CD2B7869EC}"/>
          </ac:grpSpMkLst>
        </pc:grpChg>
        <pc:picChg chg="add mod">
          <ac:chgData name="Sohel" userId="08cff84b-14e0-4d2c-9531-20cf753f4501" providerId="ADAL" clId="{84374195-D612-4124-93FA-FDF872673EE6}" dt="2026-10-23T13:30:36.695" v="1132" actId="164"/>
          <ac:picMkLst>
            <pc:docMk/>
            <pc:sldMk cId="2962548311" sldId="271"/>
            <ac:picMk id="4" creationId="{DE35CC68-A36C-8CDB-2EE9-8702105781CA}"/>
          </ac:picMkLst>
        </pc:picChg>
        <pc:picChg chg="del">
          <ac:chgData name="Sohel" userId="08cff84b-14e0-4d2c-9531-20cf753f4501" providerId="ADAL" clId="{84374195-D612-4124-93FA-FDF872673EE6}" dt="2026-10-23T13:28:45.958" v="1108" actId="478"/>
          <ac:picMkLst>
            <pc:docMk/>
            <pc:sldMk cId="2962548311" sldId="271"/>
            <ac:picMk id="6" creationId="{FB188CB9-FA7C-2497-FFE5-399F86F2CF05}"/>
          </ac:picMkLst>
        </pc:picChg>
        <pc:picChg chg="add mod">
          <ac:chgData name="Sohel" userId="08cff84b-14e0-4d2c-9531-20cf753f4501" providerId="ADAL" clId="{84374195-D612-4124-93FA-FDF872673EE6}" dt="2026-10-23T13:30:36.695" v="1132" actId="164"/>
          <ac:picMkLst>
            <pc:docMk/>
            <pc:sldMk cId="2962548311" sldId="271"/>
            <ac:picMk id="7" creationId="{8C2812DA-E44C-393E-CB76-D6AE55B3389D}"/>
          </ac:picMkLst>
        </pc:picChg>
        <pc:picChg chg="mod modCrop">
          <ac:chgData name="Sohel" userId="08cff84b-14e0-4d2c-9531-20cf753f4501" providerId="ADAL" clId="{84374195-D612-4124-93FA-FDF872673EE6}" dt="2026-10-23T13:29:25.531" v="1116" actId="1076"/>
          <ac:picMkLst>
            <pc:docMk/>
            <pc:sldMk cId="2962548311" sldId="271"/>
            <ac:picMk id="14" creationId="{910BD683-5554-BBF1-42A4-0366C9CAA96F}"/>
          </ac:picMkLst>
        </pc:picChg>
        <pc:picChg chg="mod">
          <ac:chgData name="Sohel" userId="08cff84b-14e0-4d2c-9531-20cf753f4501" providerId="ADAL" clId="{84374195-D612-4124-93FA-FDF872673EE6}" dt="2026-10-23T13:29:57.227" v="1131" actId="1076"/>
          <ac:picMkLst>
            <pc:docMk/>
            <pc:sldMk cId="2962548311" sldId="271"/>
            <ac:picMk id="18" creationId="{5551C304-D539-2209-9DAA-CBC7258555BF}"/>
          </ac:picMkLst>
        </pc:picChg>
        <pc:picChg chg="del">
          <ac:chgData name="Sohel" userId="08cff84b-14e0-4d2c-9531-20cf753f4501" providerId="ADAL" clId="{84374195-D612-4124-93FA-FDF872673EE6}" dt="2026-10-23T13:28:45.958" v="1108" actId="478"/>
          <ac:picMkLst>
            <pc:docMk/>
            <pc:sldMk cId="2962548311" sldId="271"/>
            <ac:picMk id="67" creationId="{93EA9A4D-7544-831F-DD9C-734FDEDE86BA}"/>
          </ac:picMkLst>
        </pc:picChg>
      </pc:sldChg>
      <pc:sldChg chg="addSp delSp modSp new del mod">
        <pc:chgData name="Sohel" userId="08cff84b-14e0-4d2c-9531-20cf753f4501" providerId="ADAL" clId="{84374195-D612-4124-93FA-FDF872673EE6}" dt="2026-10-23T13:32:37.954" v="1163" actId="47"/>
        <pc:sldMkLst>
          <pc:docMk/>
          <pc:sldMk cId="3351484851" sldId="272"/>
        </pc:sldMkLst>
        <pc:spChg chg="del">
          <ac:chgData name="Sohel" userId="08cff84b-14e0-4d2c-9531-20cf753f4501" providerId="ADAL" clId="{84374195-D612-4124-93FA-FDF872673EE6}" dt="2026-10-23T13:28:01.827" v="1090" actId="478"/>
          <ac:spMkLst>
            <pc:docMk/>
            <pc:sldMk cId="3351484851" sldId="272"/>
            <ac:spMk id="2" creationId="{C83EC3FE-6F94-22E8-40A6-755A512C52C7}"/>
          </ac:spMkLst>
        </pc:spChg>
        <pc:spChg chg="del">
          <ac:chgData name="Sohel" userId="08cff84b-14e0-4d2c-9531-20cf753f4501" providerId="ADAL" clId="{84374195-D612-4124-93FA-FDF872673EE6}" dt="2026-10-23T13:28:01.827" v="1090" actId="478"/>
          <ac:spMkLst>
            <pc:docMk/>
            <pc:sldMk cId="3351484851" sldId="272"/>
            <ac:spMk id="3" creationId="{645A6FA6-8CD2-3022-D765-3533EEDEC7C5}"/>
          </ac:spMkLst>
        </pc:spChg>
        <pc:picChg chg="add mod">
          <ac:chgData name="Sohel" userId="08cff84b-14e0-4d2c-9531-20cf753f4501" providerId="ADAL" clId="{84374195-D612-4124-93FA-FDF872673EE6}" dt="2026-10-23T13:28:05.274" v="1092" actId="1076"/>
          <ac:picMkLst>
            <pc:docMk/>
            <pc:sldMk cId="3351484851" sldId="272"/>
            <ac:picMk id="5" creationId="{4D685C42-DD9F-7B3E-756F-99F5EF8A7791}"/>
          </ac:picMkLst>
        </pc:picChg>
        <pc:picChg chg="add mod">
          <ac:chgData name="Sohel" userId="08cff84b-14e0-4d2c-9531-20cf753f4501" providerId="ADAL" clId="{84374195-D612-4124-93FA-FDF872673EE6}" dt="2026-10-23T13:28:33.567" v="1107" actId="1037"/>
          <ac:picMkLst>
            <pc:docMk/>
            <pc:sldMk cId="3351484851" sldId="272"/>
            <ac:picMk id="7" creationId="{BE13ECED-E709-1260-5164-65ED2BE405C1}"/>
          </ac:picMkLst>
        </pc:picChg>
      </pc:sldChg>
      <pc:sldChg chg="add del">
        <pc:chgData name="Sohel" userId="08cff84b-14e0-4d2c-9531-20cf753f4501" providerId="ADAL" clId="{84374195-D612-4124-93FA-FDF872673EE6}" dt="2026-10-22T05:23:58.845" v="118"/>
        <pc:sldMkLst>
          <pc:docMk/>
          <pc:sldMk cId="184574113" sldId="30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F5F697-664B-481B-9DA8-B40055D3FF82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1143000"/>
            <a:ext cx="22860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47F869-5342-43F4-AA51-D1A537F08E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92135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C3E826-4D5F-9B91-4084-C9D60D7125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8BB47F-2712-6288-C205-F219E18100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3F1950-02F1-AE91-FB59-EA3DC4690D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E5C47E-350C-B1E0-7816-756D80233B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47F869-5342-43F4-AA51-D1A537F08E4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91698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6A1A0B-5466-44CF-970A-AB9BD82466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A081A6A-1EB0-E0C9-297C-E9D9C00EEF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E42E14-6514-717C-3A65-CA603E638B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C3A157-932D-B55B-8268-59ABBAC4A9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47F869-5342-43F4-AA51-D1A537F08E4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63530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39F659-58AD-1784-5EC0-DF159315AA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929B00F-3DDF-4F0B-B24A-D54BC217BB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9454000-8833-0E27-744F-3CF40FA25A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23C887-79E8-16DD-6B41-C161ED7F49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47F869-5342-43F4-AA51-D1A537F08E4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71862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D39378-666F-35F9-9EC7-99E70C9DB0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48A1E21-B9E9-2F0A-84E1-1D9E20C112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1E7ED22-C635-5D27-1EC4-2ABE04C66C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77DF2B-A746-0674-D7EA-C5EF02485E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47F869-5342-43F4-AA51-D1A537F08E4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4471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104ED4-0B30-A6B4-0FF4-C5E7CDFB48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E3CD56-DAF5-745D-2906-B34A1DAAB2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3C21E4-B55F-A9FE-9368-30AD96DBEB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743C5A-6619-E614-A2D3-EA8173C41F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47F869-5342-43F4-AA51-D1A537F08E4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08527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5C460E-BAD2-7BEE-0DC9-DA0F4ACB70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F5B1A0-E4DA-131C-0BC2-71B3B3F65C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FAD67C-36DD-4141-70A2-7FC45D2BCD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3F8536-F87B-FE15-DFDC-8C2AD66FA8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47F869-5342-43F4-AA51-D1A537F08E4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093360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325070-86F6-3209-7323-A58C3EE4E2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59D8F3-9AFE-CE22-86D6-AB1ACF1883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73521F-A4B9-1951-EF58-2ADAA51BB3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075521-27B8-07EF-02DC-4111828100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47F869-5342-43F4-AA51-D1A537F08E4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596377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0FA11F-E1D4-AB56-AA36-C90E49E7E5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556148B-18A3-AF28-F3E4-357E903715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24E25B-C72C-5876-9D85-1D63C1B6CA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3F50FD-37FB-FA01-B06C-EFB5DF412A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47F869-5342-43F4-AA51-D1A537F08E4A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549765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947312-8633-992D-2773-580E1C64FF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2EE788B-271C-DB80-F1B1-51339E6EC4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BDD2C9-9A07-8EDB-5648-638798BC71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442BBD-95DF-2EE5-EE53-06B7DCC0F5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47F869-5342-43F4-AA51-D1A537F08E4A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3563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697931-F884-12C2-4BC7-F45CB73F94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96149C-A96A-FC35-6562-97DA003BFC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940BC02-9458-AA90-F253-B2DF391293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438220-1C3F-C6CA-B17C-AACFC057D3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47F869-5342-43F4-AA51-D1A537F08E4A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89546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77704" y="1995312"/>
            <a:ext cx="7680643" cy="4244622"/>
          </a:xfrm>
        </p:spPr>
        <p:txBody>
          <a:bodyPr anchor="b"/>
          <a:lstStyle>
            <a:lvl1pPr algn="ctr">
              <a:defRPr sz="592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29506" y="6403623"/>
            <a:ext cx="6777038" cy="2943577"/>
          </a:xfrm>
        </p:spPr>
        <p:txBody>
          <a:bodyPr/>
          <a:lstStyle>
            <a:lvl1pPr marL="0" indent="0" algn="ctr">
              <a:buNone/>
              <a:defRPr sz="2372"/>
            </a:lvl1pPr>
            <a:lvl2pPr marL="451805" indent="0" algn="ctr">
              <a:buNone/>
              <a:defRPr sz="1976"/>
            </a:lvl2pPr>
            <a:lvl3pPr marL="903610" indent="0" algn="ctr">
              <a:buNone/>
              <a:defRPr sz="1779"/>
            </a:lvl3pPr>
            <a:lvl4pPr marL="1355415" indent="0" algn="ctr">
              <a:buNone/>
              <a:defRPr sz="1581"/>
            </a:lvl4pPr>
            <a:lvl5pPr marL="1807220" indent="0" algn="ctr">
              <a:buNone/>
              <a:defRPr sz="1581"/>
            </a:lvl5pPr>
            <a:lvl6pPr marL="2259025" indent="0" algn="ctr">
              <a:buNone/>
              <a:defRPr sz="1581"/>
            </a:lvl6pPr>
            <a:lvl7pPr marL="2710830" indent="0" algn="ctr">
              <a:buNone/>
              <a:defRPr sz="1581"/>
            </a:lvl7pPr>
            <a:lvl8pPr marL="3162635" indent="0" algn="ctr">
              <a:buNone/>
              <a:defRPr sz="1581"/>
            </a:lvl8pPr>
            <a:lvl9pPr marL="3614440" indent="0" algn="ctr">
              <a:buNone/>
              <a:defRPr sz="1581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6667F-9853-4F1E-9E0B-CFCDD690DFC1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B47E6-19A7-4C33-9E84-92BE3B370E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00192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6667F-9853-4F1E-9E0B-CFCDD690DFC1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B47E6-19A7-4C33-9E84-92BE3B370E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75313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6523" y="3039537"/>
            <a:ext cx="7793593" cy="5071532"/>
          </a:xfrm>
        </p:spPr>
        <p:txBody>
          <a:bodyPr anchor="b"/>
          <a:lstStyle>
            <a:lvl1pPr>
              <a:defRPr sz="592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6523" y="8159048"/>
            <a:ext cx="7793593" cy="2666999"/>
          </a:xfrm>
        </p:spPr>
        <p:txBody>
          <a:bodyPr/>
          <a:lstStyle>
            <a:lvl1pPr marL="0" indent="0">
              <a:buNone/>
              <a:defRPr sz="2372">
                <a:solidFill>
                  <a:schemeClr val="tx1"/>
                </a:solidFill>
              </a:defRPr>
            </a:lvl1pPr>
            <a:lvl2pPr marL="451805" indent="0">
              <a:buNone/>
              <a:defRPr sz="1976">
                <a:solidFill>
                  <a:schemeClr val="tx1">
                    <a:tint val="75000"/>
                  </a:schemeClr>
                </a:solidFill>
              </a:defRPr>
            </a:lvl2pPr>
            <a:lvl3pPr marL="903610" indent="0">
              <a:buNone/>
              <a:defRPr sz="1779">
                <a:solidFill>
                  <a:schemeClr val="tx1">
                    <a:tint val="75000"/>
                  </a:schemeClr>
                </a:solidFill>
              </a:defRPr>
            </a:lvl3pPr>
            <a:lvl4pPr marL="1355415" indent="0">
              <a:buNone/>
              <a:defRPr sz="1581">
                <a:solidFill>
                  <a:schemeClr val="tx1">
                    <a:tint val="75000"/>
                  </a:schemeClr>
                </a:solidFill>
              </a:defRPr>
            </a:lvl4pPr>
            <a:lvl5pPr marL="1807220" indent="0">
              <a:buNone/>
              <a:defRPr sz="1581">
                <a:solidFill>
                  <a:schemeClr val="tx1">
                    <a:tint val="75000"/>
                  </a:schemeClr>
                </a:solidFill>
              </a:defRPr>
            </a:lvl5pPr>
            <a:lvl6pPr marL="2259025" indent="0">
              <a:buNone/>
              <a:defRPr sz="1581">
                <a:solidFill>
                  <a:schemeClr val="tx1">
                    <a:tint val="75000"/>
                  </a:schemeClr>
                </a:solidFill>
              </a:defRPr>
            </a:lvl6pPr>
            <a:lvl7pPr marL="2710830" indent="0">
              <a:buNone/>
              <a:defRPr sz="1581">
                <a:solidFill>
                  <a:schemeClr val="tx1">
                    <a:tint val="75000"/>
                  </a:schemeClr>
                </a:solidFill>
              </a:defRPr>
            </a:lvl7pPr>
            <a:lvl8pPr marL="3162635" indent="0">
              <a:buNone/>
              <a:defRPr sz="1581">
                <a:solidFill>
                  <a:schemeClr val="tx1">
                    <a:tint val="75000"/>
                  </a:schemeClr>
                </a:solidFill>
              </a:defRPr>
            </a:lvl8pPr>
            <a:lvl9pPr marL="3614440" indent="0">
              <a:buNone/>
              <a:defRPr sz="158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6667F-9853-4F1E-9E0B-CFCDD690DFC1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B47E6-19A7-4C33-9E84-92BE3B370E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80077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1229" y="3245556"/>
            <a:ext cx="3840321" cy="7735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4500" y="3245556"/>
            <a:ext cx="3840321" cy="7735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6667F-9853-4F1E-9E0B-CFCDD690DFC1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B47E6-19A7-4C33-9E84-92BE3B370E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59480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2405" y="649114"/>
            <a:ext cx="7793593" cy="235655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2406" y="2988734"/>
            <a:ext cx="3822672" cy="1464732"/>
          </a:xfrm>
        </p:spPr>
        <p:txBody>
          <a:bodyPr anchor="b"/>
          <a:lstStyle>
            <a:lvl1pPr marL="0" indent="0">
              <a:buNone/>
              <a:defRPr sz="2372" b="1"/>
            </a:lvl1pPr>
            <a:lvl2pPr marL="451805" indent="0">
              <a:buNone/>
              <a:defRPr sz="1976" b="1"/>
            </a:lvl2pPr>
            <a:lvl3pPr marL="903610" indent="0">
              <a:buNone/>
              <a:defRPr sz="1779" b="1"/>
            </a:lvl3pPr>
            <a:lvl4pPr marL="1355415" indent="0">
              <a:buNone/>
              <a:defRPr sz="1581" b="1"/>
            </a:lvl4pPr>
            <a:lvl5pPr marL="1807220" indent="0">
              <a:buNone/>
              <a:defRPr sz="1581" b="1"/>
            </a:lvl5pPr>
            <a:lvl6pPr marL="2259025" indent="0">
              <a:buNone/>
              <a:defRPr sz="1581" b="1"/>
            </a:lvl6pPr>
            <a:lvl7pPr marL="2710830" indent="0">
              <a:buNone/>
              <a:defRPr sz="1581" b="1"/>
            </a:lvl7pPr>
            <a:lvl8pPr marL="3162635" indent="0">
              <a:buNone/>
              <a:defRPr sz="1581" b="1"/>
            </a:lvl8pPr>
            <a:lvl9pPr marL="3614440" indent="0">
              <a:buNone/>
              <a:defRPr sz="158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2406" y="4453467"/>
            <a:ext cx="3822672" cy="65503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74501" y="2988734"/>
            <a:ext cx="3841498" cy="1464732"/>
          </a:xfrm>
        </p:spPr>
        <p:txBody>
          <a:bodyPr anchor="b"/>
          <a:lstStyle>
            <a:lvl1pPr marL="0" indent="0">
              <a:buNone/>
              <a:defRPr sz="2372" b="1"/>
            </a:lvl1pPr>
            <a:lvl2pPr marL="451805" indent="0">
              <a:buNone/>
              <a:defRPr sz="1976" b="1"/>
            </a:lvl2pPr>
            <a:lvl3pPr marL="903610" indent="0">
              <a:buNone/>
              <a:defRPr sz="1779" b="1"/>
            </a:lvl3pPr>
            <a:lvl4pPr marL="1355415" indent="0">
              <a:buNone/>
              <a:defRPr sz="1581" b="1"/>
            </a:lvl4pPr>
            <a:lvl5pPr marL="1807220" indent="0">
              <a:buNone/>
              <a:defRPr sz="1581" b="1"/>
            </a:lvl5pPr>
            <a:lvl6pPr marL="2259025" indent="0">
              <a:buNone/>
              <a:defRPr sz="1581" b="1"/>
            </a:lvl6pPr>
            <a:lvl7pPr marL="2710830" indent="0">
              <a:buNone/>
              <a:defRPr sz="1581" b="1"/>
            </a:lvl7pPr>
            <a:lvl8pPr marL="3162635" indent="0">
              <a:buNone/>
              <a:defRPr sz="1581" b="1"/>
            </a:lvl8pPr>
            <a:lvl9pPr marL="3614440" indent="0">
              <a:buNone/>
              <a:defRPr sz="158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574501" y="4453467"/>
            <a:ext cx="3841498" cy="65503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6667F-9853-4F1E-9E0B-CFCDD690DFC1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B47E6-19A7-4C33-9E84-92BE3B370E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24911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6667F-9853-4F1E-9E0B-CFCDD690DFC1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B47E6-19A7-4C33-9E84-92BE3B370E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3471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6667F-9853-4F1E-9E0B-CFCDD690DFC1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B47E6-19A7-4C33-9E84-92BE3B370E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07995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2406" y="812800"/>
            <a:ext cx="2914361" cy="2844800"/>
          </a:xfrm>
        </p:spPr>
        <p:txBody>
          <a:bodyPr anchor="b"/>
          <a:lstStyle>
            <a:lvl1pPr>
              <a:defRPr sz="316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41498" y="1755425"/>
            <a:ext cx="4574500" cy="8664222"/>
          </a:xfrm>
        </p:spPr>
        <p:txBody>
          <a:bodyPr/>
          <a:lstStyle>
            <a:lvl1pPr>
              <a:defRPr sz="3162"/>
            </a:lvl1pPr>
            <a:lvl2pPr>
              <a:defRPr sz="2767"/>
            </a:lvl2pPr>
            <a:lvl3pPr>
              <a:defRPr sz="2372"/>
            </a:lvl3pPr>
            <a:lvl4pPr>
              <a:defRPr sz="1976"/>
            </a:lvl4pPr>
            <a:lvl5pPr>
              <a:defRPr sz="1976"/>
            </a:lvl5pPr>
            <a:lvl6pPr>
              <a:defRPr sz="1976"/>
            </a:lvl6pPr>
            <a:lvl7pPr>
              <a:defRPr sz="1976"/>
            </a:lvl7pPr>
            <a:lvl8pPr>
              <a:defRPr sz="1976"/>
            </a:lvl8pPr>
            <a:lvl9pPr>
              <a:defRPr sz="1976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2406" y="3657600"/>
            <a:ext cx="2914361" cy="6776156"/>
          </a:xfrm>
        </p:spPr>
        <p:txBody>
          <a:bodyPr/>
          <a:lstStyle>
            <a:lvl1pPr marL="0" indent="0">
              <a:buNone/>
              <a:defRPr sz="1581"/>
            </a:lvl1pPr>
            <a:lvl2pPr marL="451805" indent="0">
              <a:buNone/>
              <a:defRPr sz="1383"/>
            </a:lvl2pPr>
            <a:lvl3pPr marL="903610" indent="0">
              <a:buNone/>
              <a:defRPr sz="1186"/>
            </a:lvl3pPr>
            <a:lvl4pPr marL="1355415" indent="0">
              <a:buNone/>
              <a:defRPr sz="988"/>
            </a:lvl4pPr>
            <a:lvl5pPr marL="1807220" indent="0">
              <a:buNone/>
              <a:defRPr sz="988"/>
            </a:lvl5pPr>
            <a:lvl6pPr marL="2259025" indent="0">
              <a:buNone/>
              <a:defRPr sz="988"/>
            </a:lvl6pPr>
            <a:lvl7pPr marL="2710830" indent="0">
              <a:buNone/>
              <a:defRPr sz="988"/>
            </a:lvl7pPr>
            <a:lvl8pPr marL="3162635" indent="0">
              <a:buNone/>
              <a:defRPr sz="988"/>
            </a:lvl8pPr>
            <a:lvl9pPr marL="3614440" indent="0">
              <a:buNone/>
              <a:defRPr sz="98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6667F-9853-4F1E-9E0B-CFCDD690DFC1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B47E6-19A7-4C33-9E84-92BE3B370E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50172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2406" y="812800"/>
            <a:ext cx="2914361" cy="2844800"/>
          </a:xfrm>
        </p:spPr>
        <p:txBody>
          <a:bodyPr anchor="b"/>
          <a:lstStyle>
            <a:lvl1pPr>
              <a:defRPr sz="316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41498" y="1755425"/>
            <a:ext cx="4574500" cy="8664222"/>
          </a:xfrm>
        </p:spPr>
        <p:txBody>
          <a:bodyPr anchor="t"/>
          <a:lstStyle>
            <a:lvl1pPr marL="0" indent="0">
              <a:buNone/>
              <a:defRPr sz="3162"/>
            </a:lvl1pPr>
            <a:lvl2pPr marL="451805" indent="0">
              <a:buNone/>
              <a:defRPr sz="2767"/>
            </a:lvl2pPr>
            <a:lvl3pPr marL="903610" indent="0">
              <a:buNone/>
              <a:defRPr sz="2372"/>
            </a:lvl3pPr>
            <a:lvl4pPr marL="1355415" indent="0">
              <a:buNone/>
              <a:defRPr sz="1976"/>
            </a:lvl4pPr>
            <a:lvl5pPr marL="1807220" indent="0">
              <a:buNone/>
              <a:defRPr sz="1976"/>
            </a:lvl5pPr>
            <a:lvl6pPr marL="2259025" indent="0">
              <a:buNone/>
              <a:defRPr sz="1976"/>
            </a:lvl6pPr>
            <a:lvl7pPr marL="2710830" indent="0">
              <a:buNone/>
              <a:defRPr sz="1976"/>
            </a:lvl7pPr>
            <a:lvl8pPr marL="3162635" indent="0">
              <a:buNone/>
              <a:defRPr sz="1976"/>
            </a:lvl8pPr>
            <a:lvl9pPr marL="3614440" indent="0">
              <a:buNone/>
              <a:defRPr sz="1976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2406" y="3657600"/>
            <a:ext cx="2914361" cy="6776156"/>
          </a:xfrm>
        </p:spPr>
        <p:txBody>
          <a:bodyPr/>
          <a:lstStyle>
            <a:lvl1pPr marL="0" indent="0">
              <a:buNone/>
              <a:defRPr sz="1581"/>
            </a:lvl1pPr>
            <a:lvl2pPr marL="451805" indent="0">
              <a:buNone/>
              <a:defRPr sz="1383"/>
            </a:lvl2pPr>
            <a:lvl3pPr marL="903610" indent="0">
              <a:buNone/>
              <a:defRPr sz="1186"/>
            </a:lvl3pPr>
            <a:lvl4pPr marL="1355415" indent="0">
              <a:buNone/>
              <a:defRPr sz="988"/>
            </a:lvl4pPr>
            <a:lvl5pPr marL="1807220" indent="0">
              <a:buNone/>
              <a:defRPr sz="988"/>
            </a:lvl5pPr>
            <a:lvl6pPr marL="2259025" indent="0">
              <a:buNone/>
              <a:defRPr sz="988"/>
            </a:lvl6pPr>
            <a:lvl7pPr marL="2710830" indent="0">
              <a:buNone/>
              <a:defRPr sz="988"/>
            </a:lvl7pPr>
            <a:lvl8pPr marL="3162635" indent="0">
              <a:buNone/>
              <a:defRPr sz="988"/>
            </a:lvl8pPr>
            <a:lvl9pPr marL="3614440" indent="0">
              <a:buNone/>
              <a:defRPr sz="98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6667F-9853-4F1E-9E0B-CFCDD690DFC1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B47E6-19A7-4C33-9E84-92BE3B370E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67848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6667F-9853-4F1E-9E0B-CFCDD690DFC1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B47E6-19A7-4C33-9E84-92BE3B370E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52950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66424" y="649111"/>
            <a:ext cx="1948398" cy="103321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1229" y="649111"/>
            <a:ext cx="5732244" cy="103321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6667F-9853-4F1E-9E0B-CFCDD690DFC1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B47E6-19A7-4C33-9E84-92BE3B370E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3650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1229" y="649114"/>
            <a:ext cx="7793593" cy="23565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1229" y="3245556"/>
            <a:ext cx="7793593" cy="7735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1229" y="11300181"/>
            <a:ext cx="2033111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8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A6667F-9853-4F1E-9E0B-CFCDD690DFC1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993192" y="11300181"/>
            <a:ext cx="3049667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8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381710" y="11300181"/>
            <a:ext cx="2033111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8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7B47E6-19A7-4C33-9E84-92BE3B370E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17369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03610" rtl="0" eaLnBrk="1" latinLnBrk="0" hangingPunct="1">
        <a:lnSpc>
          <a:spcPct val="90000"/>
        </a:lnSpc>
        <a:spcBef>
          <a:spcPct val="0"/>
        </a:spcBef>
        <a:buNone/>
        <a:defRPr sz="434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5903" indent="-225903" algn="l" defTabSz="903610" rtl="0" eaLnBrk="1" latinLnBrk="0" hangingPunct="1">
        <a:lnSpc>
          <a:spcPct val="90000"/>
        </a:lnSpc>
        <a:spcBef>
          <a:spcPts val="988"/>
        </a:spcBef>
        <a:buFont typeface="Arial" panose="020B0604020202020204" pitchFamily="34" charset="0"/>
        <a:buChar char="•"/>
        <a:defRPr sz="2767" kern="1200">
          <a:solidFill>
            <a:schemeClr val="tx1"/>
          </a:solidFill>
          <a:latin typeface="+mn-lt"/>
          <a:ea typeface="+mn-ea"/>
          <a:cs typeface="+mn-cs"/>
        </a:defRPr>
      </a:lvl1pPr>
      <a:lvl2pPr marL="677708" indent="-225903" algn="l" defTabSz="903610" rtl="0" eaLnBrk="1" latinLnBrk="0" hangingPunct="1">
        <a:lnSpc>
          <a:spcPct val="90000"/>
        </a:lnSpc>
        <a:spcBef>
          <a:spcPts val="494"/>
        </a:spcBef>
        <a:buFont typeface="Arial" panose="020B0604020202020204" pitchFamily="34" charset="0"/>
        <a:buChar char="•"/>
        <a:defRPr sz="2372" kern="1200">
          <a:solidFill>
            <a:schemeClr val="tx1"/>
          </a:solidFill>
          <a:latin typeface="+mn-lt"/>
          <a:ea typeface="+mn-ea"/>
          <a:cs typeface="+mn-cs"/>
        </a:defRPr>
      </a:lvl2pPr>
      <a:lvl3pPr marL="1129513" indent="-225903" algn="l" defTabSz="903610" rtl="0" eaLnBrk="1" latinLnBrk="0" hangingPunct="1">
        <a:lnSpc>
          <a:spcPct val="90000"/>
        </a:lnSpc>
        <a:spcBef>
          <a:spcPts val="494"/>
        </a:spcBef>
        <a:buFont typeface="Arial" panose="020B0604020202020204" pitchFamily="34" charset="0"/>
        <a:buChar char="•"/>
        <a:defRPr sz="1976" kern="1200">
          <a:solidFill>
            <a:schemeClr val="tx1"/>
          </a:solidFill>
          <a:latin typeface="+mn-lt"/>
          <a:ea typeface="+mn-ea"/>
          <a:cs typeface="+mn-cs"/>
        </a:defRPr>
      </a:lvl3pPr>
      <a:lvl4pPr marL="1581318" indent="-225903" algn="l" defTabSz="903610" rtl="0" eaLnBrk="1" latinLnBrk="0" hangingPunct="1">
        <a:lnSpc>
          <a:spcPct val="90000"/>
        </a:lnSpc>
        <a:spcBef>
          <a:spcPts val="494"/>
        </a:spcBef>
        <a:buFont typeface="Arial" panose="020B0604020202020204" pitchFamily="34" charset="0"/>
        <a:buChar char="•"/>
        <a:defRPr sz="1779" kern="1200">
          <a:solidFill>
            <a:schemeClr val="tx1"/>
          </a:solidFill>
          <a:latin typeface="+mn-lt"/>
          <a:ea typeface="+mn-ea"/>
          <a:cs typeface="+mn-cs"/>
        </a:defRPr>
      </a:lvl4pPr>
      <a:lvl5pPr marL="2033123" indent="-225903" algn="l" defTabSz="903610" rtl="0" eaLnBrk="1" latinLnBrk="0" hangingPunct="1">
        <a:lnSpc>
          <a:spcPct val="90000"/>
        </a:lnSpc>
        <a:spcBef>
          <a:spcPts val="494"/>
        </a:spcBef>
        <a:buFont typeface="Arial" panose="020B0604020202020204" pitchFamily="34" charset="0"/>
        <a:buChar char="•"/>
        <a:defRPr sz="1779" kern="1200">
          <a:solidFill>
            <a:schemeClr val="tx1"/>
          </a:solidFill>
          <a:latin typeface="+mn-lt"/>
          <a:ea typeface="+mn-ea"/>
          <a:cs typeface="+mn-cs"/>
        </a:defRPr>
      </a:lvl5pPr>
      <a:lvl6pPr marL="2484928" indent="-225903" algn="l" defTabSz="903610" rtl="0" eaLnBrk="1" latinLnBrk="0" hangingPunct="1">
        <a:lnSpc>
          <a:spcPct val="90000"/>
        </a:lnSpc>
        <a:spcBef>
          <a:spcPts val="494"/>
        </a:spcBef>
        <a:buFont typeface="Arial" panose="020B0604020202020204" pitchFamily="34" charset="0"/>
        <a:buChar char="•"/>
        <a:defRPr sz="1779" kern="1200">
          <a:solidFill>
            <a:schemeClr val="tx1"/>
          </a:solidFill>
          <a:latin typeface="+mn-lt"/>
          <a:ea typeface="+mn-ea"/>
          <a:cs typeface="+mn-cs"/>
        </a:defRPr>
      </a:lvl6pPr>
      <a:lvl7pPr marL="2936733" indent="-225903" algn="l" defTabSz="903610" rtl="0" eaLnBrk="1" latinLnBrk="0" hangingPunct="1">
        <a:lnSpc>
          <a:spcPct val="90000"/>
        </a:lnSpc>
        <a:spcBef>
          <a:spcPts val="494"/>
        </a:spcBef>
        <a:buFont typeface="Arial" panose="020B0604020202020204" pitchFamily="34" charset="0"/>
        <a:buChar char="•"/>
        <a:defRPr sz="1779" kern="1200">
          <a:solidFill>
            <a:schemeClr val="tx1"/>
          </a:solidFill>
          <a:latin typeface="+mn-lt"/>
          <a:ea typeface="+mn-ea"/>
          <a:cs typeface="+mn-cs"/>
        </a:defRPr>
      </a:lvl7pPr>
      <a:lvl8pPr marL="3388538" indent="-225903" algn="l" defTabSz="903610" rtl="0" eaLnBrk="1" latinLnBrk="0" hangingPunct="1">
        <a:lnSpc>
          <a:spcPct val="90000"/>
        </a:lnSpc>
        <a:spcBef>
          <a:spcPts val="494"/>
        </a:spcBef>
        <a:buFont typeface="Arial" panose="020B0604020202020204" pitchFamily="34" charset="0"/>
        <a:buChar char="•"/>
        <a:defRPr sz="1779" kern="1200">
          <a:solidFill>
            <a:schemeClr val="tx1"/>
          </a:solidFill>
          <a:latin typeface="+mn-lt"/>
          <a:ea typeface="+mn-ea"/>
          <a:cs typeface="+mn-cs"/>
        </a:defRPr>
      </a:lvl8pPr>
      <a:lvl9pPr marL="3840343" indent="-225903" algn="l" defTabSz="903610" rtl="0" eaLnBrk="1" latinLnBrk="0" hangingPunct="1">
        <a:lnSpc>
          <a:spcPct val="90000"/>
        </a:lnSpc>
        <a:spcBef>
          <a:spcPts val="494"/>
        </a:spcBef>
        <a:buFont typeface="Arial" panose="020B0604020202020204" pitchFamily="34" charset="0"/>
        <a:buChar char="•"/>
        <a:defRPr sz="177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03610" rtl="0" eaLnBrk="1" latinLnBrk="0" hangingPunct="1">
        <a:defRPr sz="1779" kern="1200">
          <a:solidFill>
            <a:schemeClr val="tx1"/>
          </a:solidFill>
          <a:latin typeface="+mn-lt"/>
          <a:ea typeface="+mn-ea"/>
          <a:cs typeface="+mn-cs"/>
        </a:defRPr>
      </a:lvl1pPr>
      <a:lvl2pPr marL="451805" algn="l" defTabSz="903610" rtl="0" eaLnBrk="1" latinLnBrk="0" hangingPunct="1">
        <a:defRPr sz="1779" kern="1200">
          <a:solidFill>
            <a:schemeClr val="tx1"/>
          </a:solidFill>
          <a:latin typeface="+mn-lt"/>
          <a:ea typeface="+mn-ea"/>
          <a:cs typeface="+mn-cs"/>
        </a:defRPr>
      </a:lvl2pPr>
      <a:lvl3pPr marL="903610" algn="l" defTabSz="903610" rtl="0" eaLnBrk="1" latinLnBrk="0" hangingPunct="1">
        <a:defRPr sz="1779" kern="1200">
          <a:solidFill>
            <a:schemeClr val="tx1"/>
          </a:solidFill>
          <a:latin typeface="+mn-lt"/>
          <a:ea typeface="+mn-ea"/>
          <a:cs typeface="+mn-cs"/>
        </a:defRPr>
      </a:lvl3pPr>
      <a:lvl4pPr marL="1355415" algn="l" defTabSz="903610" rtl="0" eaLnBrk="1" latinLnBrk="0" hangingPunct="1">
        <a:defRPr sz="1779" kern="1200">
          <a:solidFill>
            <a:schemeClr val="tx1"/>
          </a:solidFill>
          <a:latin typeface="+mn-lt"/>
          <a:ea typeface="+mn-ea"/>
          <a:cs typeface="+mn-cs"/>
        </a:defRPr>
      </a:lvl4pPr>
      <a:lvl5pPr marL="1807220" algn="l" defTabSz="903610" rtl="0" eaLnBrk="1" latinLnBrk="0" hangingPunct="1">
        <a:defRPr sz="1779" kern="1200">
          <a:solidFill>
            <a:schemeClr val="tx1"/>
          </a:solidFill>
          <a:latin typeface="+mn-lt"/>
          <a:ea typeface="+mn-ea"/>
          <a:cs typeface="+mn-cs"/>
        </a:defRPr>
      </a:lvl5pPr>
      <a:lvl6pPr marL="2259025" algn="l" defTabSz="903610" rtl="0" eaLnBrk="1" latinLnBrk="0" hangingPunct="1">
        <a:defRPr sz="1779" kern="1200">
          <a:solidFill>
            <a:schemeClr val="tx1"/>
          </a:solidFill>
          <a:latin typeface="+mn-lt"/>
          <a:ea typeface="+mn-ea"/>
          <a:cs typeface="+mn-cs"/>
        </a:defRPr>
      </a:lvl6pPr>
      <a:lvl7pPr marL="2710830" algn="l" defTabSz="903610" rtl="0" eaLnBrk="1" latinLnBrk="0" hangingPunct="1">
        <a:defRPr sz="1779" kern="1200">
          <a:solidFill>
            <a:schemeClr val="tx1"/>
          </a:solidFill>
          <a:latin typeface="+mn-lt"/>
          <a:ea typeface="+mn-ea"/>
          <a:cs typeface="+mn-cs"/>
        </a:defRPr>
      </a:lvl7pPr>
      <a:lvl8pPr marL="3162635" algn="l" defTabSz="903610" rtl="0" eaLnBrk="1" latinLnBrk="0" hangingPunct="1">
        <a:defRPr sz="1779" kern="1200">
          <a:solidFill>
            <a:schemeClr val="tx1"/>
          </a:solidFill>
          <a:latin typeface="+mn-lt"/>
          <a:ea typeface="+mn-ea"/>
          <a:cs typeface="+mn-cs"/>
        </a:defRPr>
      </a:lvl8pPr>
      <a:lvl9pPr marL="3614440" algn="l" defTabSz="903610" rtl="0" eaLnBrk="1" latinLnBrk="0" hangingPunct="1">
        <a:defRPr sz="177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5.png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16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microsoft.com/office/2007/relationships/hdphoto" Target="../media/hdphoto1.wdp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10" Type="http://schemas.openxmlformats.org/officeDocument/2006/relationships/image" Target="../media/image12.png"/><Relationship Id="rId4" Type="http://schemas.openxmlformats.org/officeDocument/2006/relationships/image" Target="../media/image19.png"/><Relationship Id="rId9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4.png"/><Relationship Id="rId7" Type="http://schemas.openxmlformats.org/officeDocument/2006/relationships/image" Target="../media/image27.png"/><Relationship Id="rId12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11" Type="http://schemas.openxmlformats.org/officeDocument/2006/relationships/image" Target="../media/image11.png"/><Relationship Id="rId5" Type="http://schemas.openxmlformats.org/officeDocument/2006/relationships/image" Target="../media/image1.png"/><Relationship Id="rId10" Type="http://schemas.openxmlformats.org/officeDocument/2006/relationships/image" Target="../media/image29.png"/><Relationship Id="rId4" Type="http://schemas.openxmlformats.org/officeDocument/2006/relationships/image" Target="../media/image25.png"/><Relationship Id="rId9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4.png"/><Relationship Id="rId7" Type="http://schemas.openxmlformats.org/officeDocument/2006/relationships/image" Target="../media/image27.png"/><Relationship Id="rId12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11" Type="http://schemas.openxmlformats.org/officeDocument/2006/relationships/image" Target="../media/image11.png"/><Relationship Id="rId5" Type="http://schemas.openxmlformats.org/officeDocument/2006/relationships/image" Target="../media/image1.png"/><Relationship Id="rId10" Type="http://schemas.openxmlformats.org/officeDocument/2006/relationships/image" Target="../media/image31.png"/><Relationship Id="rId4" Type="http://schemas.openxmlformats.org/officeDocument/2006/relationships/image" Target="../media/image25.png"/><Relationship Id="rId9" Type="http://schemas.openxmlformats.org/officeDocument/2006/relationships/image" Target="../media/image30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4.png"/><Relationship Id="rId7" Type="http://schemas.openxmlformats.org/officeDocument/2006/relationships/image" Target="../media/image27.png"/><Relationship Id="rId12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11" Type="http://schemas.openxmlformats.org/officeDocument/2006/relationships/image" Target="../media/image11.png"/><Relationship Id="rId5" Type="http://schemas.openxmlformats.org/officeDocument/2006/relationships/image" Target="../media/image1.png"/><Relationship Id="rId10" Type="http://schemas.openxmlformats.org/officeDocument/2006/relationships/image" Target="../media/image33.png"/><Relationship Id="rId4" Type="http://schemas.openxmlformats.org/officeDocument/2006/relationships/image" Target="../media/image25.png"/><Relationship Id="rId9" Type="http://schemas.openxmlformats.org/officeDocument/2006/relationships/image" Target="../media/image3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D05934-F069-C279-7F28-1CC5B04D52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TextBox 68">
            <a:extLst>
              <a:ext uri="{FF2B5EF4-FFF2-40B4-BE49-F238E27FC236}">
                <a16:creationId xmlns:a16="http://schemas.microsoft.com/office/drawing/2014/main" id="{DBC007D3-C827-E783-49A0-39251F6E4B3B}"/>
              </a:ext>
            </a:extLst>
          </p:cNvPr>
          <p:cNvSpPr txBox="1"/>
          <p:nvPr/>
        </p:nvSpPr>
        <p:spPr>
          <a:xfrm>
            <a:off x="191656" y="2288020"/>
            <a:ext cx="4326369" cy="3404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900"/>
              </a:lnSpc>
            </a:pPr>
            <a:r>
              <a:rPr lang="en-US" dirty="0">
                <a:latin typeface="Myriad Pro Cond" panose="020B0506030403020204" pitchFamily="34" charset="0"/>
              </a:rPr>
              <a:t>ASTRA™ is an advanced, non-combustion technology for treating volatile organic compounds (VOCs) and hazardous gaseous pollutants. Using microwave-assisted UV photocatalytic oxidation, it breaks down pollutant molecules at low operating temperatures of below 70°C, without fuel, flames, or water. With treatment efficiency exceeding 95%, ASTRA™ transforms harmful emissions into less harmful byproducts, without generating secondary liquid or solid waste.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FC9FDEEC-4EED-28FA-59C8-CC05544AFE6C}"/>
              </a:ext>
            </a:extLst>
          </p:cNvPr>
          <p:cNvSpPr txBox="1"/>
          <p:nvPr/>
        </p:nvSpPr>
        <p:spPr>
          <a:xfrm>
            <a:off x="191656" y="8191237"/>
            <a:ext cx="8128516" cy="80156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lnSpc>
                <a:spcPts val="2900"/>
              </a:lnSpc>
              <a:defRPr>
                <a:latin typeface="Myriad Pro Cond" panose="020B0506030403020204" pitchFamily="34" charset="0"/>
              </a:defRPr>
            </a:lvl1pPr>
          </a:lstStyle>
          <a:p>
            <a:r>
              <a:rPr lang="en-US" b="1" dirty="0">
                <a:latin typeface="Myriad Pro Light Cond" panose="020B0406030403020204" pitchFamily="34" charset="0"/>
              </a:rPr>
              <a:t>Flexible Deployment</a:t>
            </a:r>
            <a:r>
              <a:rPr lang="en-US" dirty="0"/>
              <a:t>: Available as fixed plant skids, containerized mobile (OTG) units, compact over-the-top systems, and in-situ solutions for VOC treatment in fume hoods and workbench ventilation systems.</a:t>
            </a: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C2977B9A-952F-7B69-706C-B119A40E1B1D}"/>
              </a:ext>
            </a:extLst>
          </p:cNvPr>
          <p:cNvSpPr/>
          <p:nvPr/>
        </p:nvSpPr>
        <p:spPr>
          <a:xfrm>
            <a:off x="7175802" y="9185553"/>
            <a:ext cx="1205927" cy="419100"/>
          </a:xfrm>
          <a:prstGeom prst="roundRect">
            <a:avLst/>
          </a:prstGeom>
          <a:solidFill>
            <a:srgbClr val="487D2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00" b="1" dirty="0">
                <a:latin typeface="Myriad Pro Light Cond" panose="020B0406030403020204" pitchFamily="34" charset="0"/>
              </a:rPr>
              <a:t>CONTACT US</a:t>
            </a:r>
          </a:p>
        </p:txBody>
      </p:sp>
      <p:grpSp>
        <p:nvGrpSpPr>
          <p:cNvPr id="77" name="Group 76">
            <a:extLst>
              <a:ext uri="{FF2B5EF4-FFF2-40B4-BE49-F238E27FC236}">
                <a16:creationId xmlns:a16="http://schemas.microsoft.com/office/drawing/2014/main" id="{669CDCCE-822F-51B4-6D00-80CD2B7869EC}"/>
              </a:ext>
            </a:extLst>
          </p:cNvPr>
          <p:cNvGrpSpPr/>
          <p:nvPr/>
        </p:nvGrpSpPr>
        <p:grpSpPr>
          <a:xfrm>
            <a:off x="6426727" y="6027723"/>
            <a:ext cx="1893444" cy="1709922"/>
            <a:chOff x="5573484" y="8322044"/>
            <a:chExt cx="2983079" cy="1709922"/>
          </a:xfrm>
        </p:grpSpPr>
        <p:sp>
          <p:nvSpPr>
            <p:cNvPr id="72" name="Rectangle: Top Corners Rounded 71">
              <a:extLst>
                <a:ext uri="{FF2B5EF4-FFF2-40B4-BE49-F238E27FC236}">
                  <a16:creationId xmlns:a16="http://schemas.microsoft.com/office/drawing/2014/main" id="{C423ADB2-9064-81EF-8D31-5F13EEB8782E}"/>
                </a:ext>
              </a:extLst>
            </p:cNvPr>
            <p:cNvSpPr/>
            <p:nvPr/>
          </p:nvSpPr>
          <p:spPr>
            <a:xfrm rot="5400000">
              <a:off x="6210063" y="7685460"/>
              <a:ext cx="1709922" cy="2983079"/>
            </a:xfrm>
            <a:prstGeom prst="round2SameRect">
              <a:avLst>
                <a:gd name="adj1" fmla="val 14950"/>
                <a:gd name="adj2" fmla="val 15598"/>
              </a:avLst>
            </a:prstGeom>
            <a:solidFill>
              <a:srgbClr val="5C8E42"/>
            </a:solidFill>
            <a:ln w="317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7AC9833B-A337-0EFE-4D1A-F577C985AA00}"/>
                </a:ext>
              </a:extLst>
            </p:cNvPr>
            <p:cNvSpPr txBox="1"/>
            <p:nvPr/>
          </p:nvSpPr>
          <p:spPr>
            <a:xfrm>
              <a:off x="5924861" y="8426365"/>
              <a:ext cx="2311937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chemeClr val="bg1"/>
                  </a:solidFill>
                  <a:latin typeface="Myriad Pro Light Cond" panose="020B0406030403020204" pitchFamily="34" charset="0"/>
                </a:rPr>
                <a:t>SELECT YOUR WASTE GAS TO SEE WHAT</a:t>
              </a:r>
            </a:p>
          </p:txBody>
        </p:sp>
        <p:pic>
          <p:nvPicPr>
            <p:cNvPr id="75" name="Picture 74">
              <a:extLst>
                <a:ext uri="{FF2B5EF4-FFF2-40B4-BE49-F238E27FC236}">
                  <a16:creationId xmlns:a16="http://schemas.microsoft.com/office/drawing/2014/main" id="{7EC329F6-D8A4-592A-CD05-A08CAF058DC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biLevel thresh="25000"/>
            </a:blip>
            <a:srcRect t="-20633" b="30764"/>
            <a:stretch>
              <a:fillRect/>
            </a:stretch>
          </p:blipFill>
          <p:spPr>
            <a:xfrm>
              <a:off x="5875438" y="9238578"/>
              <a:ext cx="2519531" cy="343708"/>
            </a:xfrm>
            <a:prstGeom prst="rect">
              <a:avLst/>
            </a:prstGeom>
          </p:spPr>
        </p:pic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FC7C8882-BFB9-0496-708E-6D85B7C910AA}"/>
                </a:ext>
              </a:extLst>
            </p:cNvPr>
            <p:cNvSpPr txBox="1"/>
            <p:nvPr/>
          </p:nvSpPr>
          <p:spPr>
            <a:xfrm>
              <a:off x="5781217" y="9558547"/>
              <a:ext cx="261375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Myriad Pro Light Cond" panose="020B0406030403020204" pitchFamily="34" charset="0"/>
                </a:rPr>
                <a:t>CAN DO!</a:t>
              </a:r>
            </a:p>
          </p:txBody>
        </p:sp>
      </p:grpSp>
      <p:pic>
        <p:nvPicPr>
          <p:cNvPr id="14" name="Picture 13">
            <a:extLst>
              <a:ext uri="{FF2B5EF4-FFF2-40B4-BE49-F238E27FC236}">
                <a16:creationId xmlns:a16="http://schemas.microsoft.com/office/drawing/2014/main" id="{910BD683-5554-BBF1-42A4-0366C9CAA96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48832"/>
          <a:stretch>
            <a:fillRect/>
          </a:stretch>
        </p:blipFill>
        <p:spPr>
          <a:xfrm>
            <a:off x="191656" y="9903980"/>
            <a:ext cx="8128516" cy="1428949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5551C304-D539-2209-9DAA-CBC7258555BF}"/>
              </a:ext>
            </a:extLst>
          </p:cNvPr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 flipH="1">
            <a:off x="4383740" y="2592481"/>
            <a:ext cx="4085974" cy="267795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 w="19050">
            <a:gradFill flip="none" rotWithShape="1">
              <a:gsLst>
                <a:gs pos="0">
                  <a:schemeClr val="accent6">
                    <a:lumMod val="40000"/>
                    <a:lumOff val="60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5">
                    <a:lumMod val="40000"/>
                    <a:lumOff val="60000"/>
                  </a:schemeClr>
                </a:gs>
              </a:gsLst>
              <a:lin ang="0" scaled="1"/>
              <a:tileRect/>
            </a:gradFill>
          </a:ln>
          <a:effectLst/>
        </p:spPr>
      </p:pic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386713B4-A1D0-C63C-F373-B45AF53561DF}"/>
              </a:ext>
            </a:extLst>
          </p:cNvPr>
          <p:cNvSpPr/>
          <p:nvPr/>
        </p:nvSpPr>
        <p:spPr>
          <a:xfrm>
            <a:off x="5232355" y="9188393"/>
            <a:ext cx="1893444" cy="419100"/>
          </a:xfrm>
          <a:prstGeom prst="roundRect">
            <a:avLst/>
          </a:prstGeom>
          <a:solidFill>
            <a:srgbClr val="0077A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latin typeface="Myriad Pro Light Cond" panose="020B0406030403020204" pitchFamily="34" charset="0"/>
              </a:rPr>
              <a:t>DOWNLOAD BROCHUIRE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7D3DBB3-53AA-8A1C-5731-74837C737DB5}"/>
              </a:ext>
            </a:extLst>
          </p:cNvPr>
          <p:cNvSpPr txBox="1"/>
          <p:nvPr/>
        </p:nvSpPr>
        <p:spPr>
          <a:xfrm>
            <a:off x="191657" y="5851111"/>
            <a:ext cx="6055036" cy="236609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lnSpc>
                <a:spcPts val="2900"/>
              </a:lnSpc>
              <a:defRPr>
                <a:latin typeface="Myriad Pro Cond" panose="020B0506030403020204" pitchFamily="34" charset="0"/>
              </a:defRPr>
            </a:lvl1pPr>
          </a:lstStyle>
          <a:p>
            <a:pPr>
              <a:spcBef>
                <a:spcPts val="300"/>
              </a:spcBef>
            </a:pPr>
            <a:r>
              <a:rPr lang="en-US" b="1" dirty="0">
                <a:latin typeface="Myriad Pro Light Cond" panose="020B0406030403020204" pitchFamily="34" charset="0"/>
              </a:rPr>
              <a:t>Low-Temperature Processing (&lt;70°C)</a:t>
            </a:r>
            <a:r>
              <a:rPr lang="en-US" dirty="0"/>
              <a:t>: Treats hazardous organic and inorganic gaseous emissions without combustion, open flames, or associated fire hazards.</a:t>
            </a:r>
          </a:p>
          <a:p>
            <a:pPr>
              <a:spcBef>
                <a:spcPts val="300"/>
              </a:spcBef>
            </a:pPr>
            <a:r>
              <a:rPr lang="en-US" b="1" dirty="0">
                <a:latin typeface="Myriad Pro Light Cond" panose="020B0406030403020204" pitchFamily="34" charset="0"/>
              </a:rPr>
              <a:t>&gt;95% Treatment Efficiency</a:t>
            </a:r>
            <a:r>
              <a:rPr lang="en-US" dirty="0"/>
              <a:t>: Effectively degrades complex VOC mixtures, including ketones, aromatic compounds, and chlorinated species.</a:t>
            </a:r>
          </a:p>
          <a:p>
            <a:pPr>
              <a:spcBef>
                <a:spcPts val="300"/>
              </a:spcBef>
            </a:pPr>
            <a:r>
              <a:rPr lang="en-US" b="1" dirty="0">
                <a:latin typeface="Myriad Pro Light Cond" panose="020B0406030403020204" pitchFamily="34" charset="0"/>
              </a:rPr>
              <a:t>Zero Secondary Waste</a:t>
            </a:r>
            <a:r>
              <a:rPr lang="en-US" dirty="0"/>
              <a:t>: Eliminates wastewater generation and the need for hazardous spent-carbon disposal.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08D9E6D6-47E1-DA7E-7C47-AF25BF7A053A}"/>
              </a:ext>
            </a:extLst>
          </p:cNvPr>
          <p:cNvGrpSpPr/>
          <p:nvPr/>
        </p:nvGrpSpPr>
        <p:grpSpPr>
          <a:xfrm>
            <a:off x="0" y="62149"/>
            <a:ext cx="9036050" cy="2067623"/>
            <a:chOff x="0" y="62149"/>
            <a:chExt cx="9036050" cy="2067623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DE35CC68-A36C-8CDB-2EE9-8702105781C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0" y="62149"/>
              <a:ext cx="9036050" cy="1773045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8C2812DA-E44C-393E-CB76-D6AE55B3389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2700" y="1771694"/>
              <a:ext cx="6565900" cy="35807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9625483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01403F-7D33-6B7F-A312-BDB021D7D6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7F40D1FF-D858-49AC-F2EA-E4A42117E0D3}"/>
              </a:ext>
            </a:extLst>
          </p:cNvPr>
          <p:cNvSpPr txBox="1"/>
          <p:nvPr/>
        </p:nvSpPr>
        <p:spPr>
          <a:xfrm>
            <a:off x="393334" y="2614511"/>
            <a:ext cx="58547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accent6">
                    <a:lumMod val="75000"/>
                  </a:schemeClr>
                </a:solidFill>
                <a:latin typeface="Myriad Pro Light" panose="020B0403030403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Microwave Lysis Technology</a:t>
            </a:r>
            <a:endParaRPr lang="en-US" sz="1400" b="1" dirty="0">
              <a:latin typeface="Myriad Pro Light" panose="020B0403030403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AA9ADA8-3A68-40C0-A0F5-91CD50D9A5FE}"/>
              </a:ext>
            </a:extLst>
          </p:cNvPr>
          <p:cNvSpPr txBox="1"/>
          <p:nvPr/>
        </p:nvSpPr>
        <p:spPr>
          <a:xfrm>
            <a:off x="676241" y="3223337"/>
            <a:ext cx="6868436" cy="40200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3050" indent="-273050">
              <a:lnSpc>
                <a:spcPts val="2800"/>
              </a:lnSpc>
              <a:buClr>
                <a:srgbClr val="3A7315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ea typeface="Verdana" panose="020B0604030504040204" pitchFamily="34" charset="0"/>
              </a:rPr>
              <a:t>Meets industry emission standards and handles complex mixed exhaust gases</a:t>
            </a:r>
          </a:p>
          <a:p>
            <a:pPr marL="273050" indent="-273050">
              <a:lnSpc>
                <a:spcPts val="2800"/>
              </a:lnSpc>
              <a:buClr>
                <a:srgbClr val="3A7315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ea typeface="Verdana" panose="020B0604030504040204" pitchFamily="34" charset="0"/>
              </a:rPr>
              <a:t>Uses microwave &amp; VUV light to break molecular bonds at room temperature</a:t>
            </a:r>
          </a:p>
          <a:p>
            <a:pPr marL="273050" indent="-273050">
              <a:lnSpc>
                <a:spcPts val="2800"/>
              </a:lnSpc>
              <a:buClr>
                <a:srgbClr val="3A7315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ea typeface="Verdana" panose="020B0604030504040204" pitchFamily="34" charset="0"/>
              </a:rPr>
              <a:t>Integrates easily with PLC/DCS systems; plug-and-play with simple maintenance</a:t>
            </a:r>
          </a:p>
          <a:p>
            <a:pPr marL="273050" indent="-273050">
              <a:lnSpc>
                <a:spcPts val="2800"/>
              </a:lnSpc>
              <a:buClr>
                <a:srgbClr val="3A7315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ea typeface="Verdana" panose="020B0604030504040204" pitchFamily="34" charset="0"/>
              </a:rPr>
              <a:t>Flexible design - available as a single unit or modular setup</a:t>
            </a:r>
          </a:p>
          <a:p>
            <a:pPr marL="273050" indent="-273050">
              <a:lnSpc>
                <a:spcPts val="2800"/>
              </a:lnSpc>
              <a:buClr>
                <a:srgbClr val="3A7315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ea typeface="Verdana" panose="020B0604030504040204" pitchFamily="34" charset="0"/>
              </a:rPr>
              <a:t>Achieves up to 99% styrene breakdown with minimal byproduct risk (producing only CO₂ &amp; H₂O)</a:t>
            </a:r>
          </a:p>
          <a:p>
            <a:pPr marL="273050" indent="-273050">
              <a:lnSpc>
                <a:spcPts val="2800"/>
              </a:lnSpc>
              <a:buClr>
                <a:srgbClr val="3A7315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ea typeface="Verdana" panose="020B0604030504040204" pitchFamily="34" charset="0"/>
              </a:rPr>
              <a:t>Low operating cost: electricity plus periodic UV lamp replacement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77C2749-37C1-6633-E86B-C269DD82CE20}"/>
              </a:ext>
            </a:extLst>
          </p:cNvPr>
          <p:cNvSpPr txBox="1"/>
          <p:nvPr/>
        </p:nvSpPr>
        <p:spPr>
          <a:xfrm>
            <a:off x="393334" y="7511475"/>
            <a:ext cx="58547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accent6">
                    <a:lumMod val="75000"/>
                  </a:schemeClr>
                </a:solidFill>
                <a:latin typeface="Myriad Pro Light" panose="020B0403030403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Working Principle</a:t>
            </a:r>
            <a:endParaRPr lang="en-US" sz="1400" b="1" dirty="0">
              <a:latin typeface="Myriad Pro Light" panose="020B0403030403020204" pitchFamily="34" charset="0"/>
            </a:endParaRPr>
          </a:p>
        </p:txBody>
      </p:sp>
      <p:grpSp>
        <p:nvGrpSpPr>
          <p:cNvPr id="74" name="Group 73">
            <a:extLst>
              <a:ext uri="{FF2B5EF4-FFF2-40B4-BE49-F238E27FC236}">
                <a16:creationId xmlns:a16="http://schemas.microsoft.com/office/drawing/2014/main" id="{398B94A5-52AA-597E-6A20-D26C91963B01}"/>
              </a:ext>
            </a:extLst>
          </p:cNvPr>
          <p:cNvGrpSpPr/>
          <p:nvPr/>
        </p:nvGrpSpPr>
        <p:grpSpPr>
          <a:xfrm>
            <a:off x="7388629" y="8279031"/>
            <a:ext cx="1165094" cy="1385671"/>
            <a:chOff x="7354762" y="9939344"/>
            <a:chExt cx="1165094" cy="1385671"/>
          </a:xfrm>
        </p:grpSpPr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2BBDEA73-96FA-E161-E38E-C57B04EE297F}"/>
                </a:ext>
              </a:extLst>
            </p:cNvPr>
            <p:cNvGrpSpPr/>
            <p:nvPr/>
          </p:nvGrpSpPr>
          <p:grpSpPr>
            <a:xfrm>
              <a:off x="7408525" y="9939344"/>
              <a:ext cx="457201" cy="457200"/>
              <a:chOff x="464768" y="7668490"/>
              <a:chExt cx="315811" cy="288236"/>
            </a:xfrm>
          </p:grpSpPr>
          <p:sp>
            <p:nvSpPr>
              <p:cNvPr id="53" name="Oval 52">
                <a:extLst>
                  <a:ext uri="{FF2B5EF4-FFF2-40B4-BE49-F238E27FC236}">
                    <a16:creationId xmlns:a16="http://schemas.microsoft.com/office/drawing/2014/main" id="{2573D546-81CF-807A-7C80-490149BB40EF}"/>
                  </a:ext>
                </a:extLst>
              </p:cNvPr>
              <p:cNvSpPr/>
              <p:nvPr/>
            </p:nvSpPr>
            <p:spPr>
              <a:xfrm>
                <a:off x="464768" y="7668490"/>
                <a:ext cx="315811" cy="288236"/>
              </a:xfrm>
              <a:prstGeom prst="ellipse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dirty="0"/>
              </a:p>
            </p:txBody>
          </p:sp>
          <p:pic>
            <p:nvPicPr>
              <p:cNvPr id="54" name="Picture 53">
                <a:extLst>
                  <a:ext uri="{FF2B5EF4-FFF2-40B4-BE49-F238E27FC236}">
                    <a16:creationId xmlns:a16="http://schemas.microsoft.com/office/drawing/2014/main" id="{66FA6C6D-2C5C-3979-456B-08A54692BB7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04754" y="7704985"/>
                <a:ext cx="235838" cy="215246"/>
              </a:xfrm>
              <a:prstGeom prst="rect">
                <a:avLst/>
              </a:prstGeom>
            </p:spPr>
          </p:pic>
        </p:grp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83403C22-3000-A03B-F7F9-2D58A4B7BB1E}"/>
                </a:ext>
              </a:extLst>
            </p:cNvPr>
            <p:cNvSpPr txBox="1"/>
            <p:nvPr/>
          </p:nvSpPr>
          <p:spPr>
            <a:xfrm>
              <a:off x="7354762" y="10386869"/>
              <a:ext cx="492444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900" b="1" dirty="0">
                  <a:latin typeface="Myriad Pro Light" panose="020B0403030403020204" pitchFamily="34" charset="0"/>
                </a:rPr>
                <a:t>&lt;70</a:t>
              </a:r>
              <a:r>
                <a:rPr lang="en-US" sz="900" b="1" baseline="30000" dirty="0">
                  <a:latin typeface="Myriad Pro Light" panose="020B0403030403020204" pitchFamily="34" charset="0"/>
                </a:rPr>
                <a:t>o</a:t>
              </a:r>
              <a:r>
                <a:rPr lang="en-US" sz="900" b="1" dirty="0">
                  <a:latin typeface="Myriad Pro Light" panose="020B0403030403020204" pitchFamily="34" charset="0"/>
                </a:rPr>
                <a:t>C</a:t>
              </a:r>
            </a:p>
          </p:txBody>
        </p:sp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CEC6E44F-5C2F-E7EE-4EC5-6184CE32B2F5}"/>
                </a:ext>
              </a:extLst>
            </p:cNvPr>
            <p:cNvGrpSpPr/>
            <p:nvPr/>
          </p:nvGrpSpPr>
          <p:grpSpPr>
            <a:xfrm>
              <a:off x="7408525" y="10659058"/>
              <a:ext cx="457201" cy="457199"/>
              <a:chOff x="1114809" y="7681434"/>
              <a:chExt cx="315811" cy="288236"/>
            </a:xfrm>
          </p:grpSpPr>
          <p:sp>
            <p:nvSpPr>
              <p:cNvPr id="62" name="Oval 61">
                <a:extLst>
                  <a:ext uri="{FF2B5EF4-FFF2-40B4-BE49-F238E27FC236}">
                    <a16:creationId xmlns:a16="http://schemas.microsoft.com/office/drawing/2014/main" id="{0785A12F-8BB1-7A74-2724-E76A506EEBAC}"/>
                  </a:ext>
                </a:extLst>
              </p:cNvPr>
              <p:cNvSpPr/>
              <p:nvPr/>
            </p:nvSpPr>
            <p:spPr>
              <a:xfrm>
                <a:off x="1114809" y="7681434"/>
                <a:ext cx="315811" cy="288236"/>
              </a:xfrm>
              <a:prstGeom prst="ellipse">
                <a:avLst/>
              </a:prstGeom>
              <a:solidFill>
                <a:srgbClr val="406FC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dirty="0"/>
              </a:p>
            </p:txBody>
          </p:sp>
          <p:pic>
            <p:nvPicPr>
              <p:cNvPr id="63" name="Picture 62">
                <a:extLst>
                  <a:ext uri="{FF2B5EF4-FFF2-40B4-BE49-F238E27FC236}">
                    <a16:creationId xmlns:a16="http://schemas.microsoft.com/office/drawing/2014/main" id="{DC07C35F-3F14-26BD-F353-5FFAA06BE2A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154795" y="7729809"/>
                <a:ext cx="218992" cy="199872"/>
              </a:xfrm>
              <a:prstGeom prst="rect">
                <a:avLst/>
              </a:prstGeom>
            </p:spPr>
          </p:pic>
        </p:grp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DAED1A7A-68F9-A8BE-BEA4-41B5CED13752}"/>
                </a:ext>
              </a:extLst>
            </p:cNvPr>
            <p:cNvSpPr txBox="1"/>
            <p:nvPr/>
          </p:nvSpPr>
          <p:spPr>
            <a:xfrm>
              <a:off x="7372893" y="11094184"/>
              <a:ext cx="468399" cy="2308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900" b="1" dirty="0">
                  <a:latin typeface="Myriad Pro Light" panose="020B0403030403020204" pitchFamily="34" charset="0"/>
                </a:rPr>
                <a:t>&lt;85%</a:t>
              </a:r>
            </a:p>
          </p:txBody>
        </p: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00C94E3D-8EAF-EC13-D75B-6E2DBFEBCB1F}"/>
                </a:ext>
              </a:extLst>
            </p:cNvPr>
            <p:cNvGrpSpPr/>
            <p:nvPr/>
          </p:nvGrpSpPr>
          <p:grpSpPr>
            <a:xfrm>
              <a:off x="7993313" y="10283542"/>
              <a:ext cx="457201" cy="457199"/>
              <a:chOff x="1630192" y="7682944"/>
              <a:chExt cx="315811" cy="288236"/>
            </a:xfrm>
          </p:grpSpPr>
          <p:sp>
            <p:nvSpPr>
              <p:cNvPr id="66" name="Oval 65">
                <a:extLst>
                  <a:ext uri="{FF2B5EF4-FFF2-40B4-BE49-F238E27FC236}">
                    <a16:creationId xmlns:a16="http://schemas.microsoft.com/office/drawing/2014/main" id="{7515549A-0E48-4F0F-E7AF-D39117529311}"/>
                  </a:ext>
                </a:extLst>
              </p:cNvPr>
              <p:cNvSpPr/>
              <p:nvPr/>
            </p:nvSpPr>
            <p:spPr>
              <a:xfrm>
                <a:off x="1630192" y="7682944"/>
                <a:ext cx="315811" cy="288236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dirty="0"/>
              </a:p>
            </p:txBody>
          </p:sp>
          <p:pic>
            <p:nvPicPr>
              <p:cNvPr id="68" name="Picture 67">
                <a:extLst>
                  <a:ext uri="{FF2B5EF4-FFF2-40B4-BE49-F238E27FC236}">
                    <a16:creationId xmlns:a16="http://schemas.microsoft.com/office/drawing/2014/main" id="{9A83DB8A-BB44-5AC4-71D6-0374A272696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681762" y="7739006"/>
                <a:ext cx="202147" cy="184497"/>
              </a:xfrm>
              <a:prstGeom prst="rect">
                <a:avLst/>
              </a:prstGeom>
            </p:spPr>
          </p:pic>
        </p:grp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F743AF97-A596-754C-3AEA-D912B2C7B713}"/>
                </a:ext>
              </a:extLst>
            </p:cNvPr>
            <p:cNvSpPr txBox="1"/>
            <p:nvPr/>
          </p:nvSpPr>
          <p:spPr>
            <a:xfrm>
              <a:off x="7863906" y="10718668"/>
              <a:ext cx="655950" cy="2308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900" b="1" dirty="0">
                  <a:latin typeface="Myriad Pro Light" panose="020B0403030403020204" pitchFamily="34" charset="0"/>
                </a:rPr>
                <a:t>110-240 V</a:t>
              </a:r>
            </a:p>
          </p:txBody>
        </p:sp>
      </p:grp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B9E3F05D-11DB-517F-F4CE-D06A4ACEA0E9}"/>
              </a:ext>
            </a:extLst>
          </p:cNvPr>
          <p:cNvCxnSpPr>
            <a:cxnSpLocks/>
          </p:cNvCxnSpPr>
          <p:nvPr/>
        </p:nvCxnSpPr>
        <p:spPr>
          <a:xfrm>
            <a:off x="7254288" y="7999158"/>
            <a:ext cx="0" cy="1803031"/>
          </a:xfrm>
          <a:prstGeom prst="line">
            <a:avLst/>
          </a:prstGeom>
          <a:ln w="1905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6" name="Picture 75">
            <a:extLst>
              <a:ext uri="{FF2B5EF4-FFF2-40B4-BE49-F238E27FC236}">
                <a16:creationId xmlns:a16="http://schemas.microsoft.com/office/drawing/2014/main" id="{B1E18B8D-C4FB-A4EF-7724-80E2708602A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502" y="8129433"/>
            <a:ext cx="6299700" cy="166536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7D7CBA3-E0AE-6995-29BF-CE1DA33BDFE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6489" y="3350137"/>
            <a:ext cx="246429" cy="25138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51C8063-9FEF-5B21-0D11-4FD82A76E6C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6489" y="4098059"/>
            <a:ext cx="246429" cy="25138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174C3BB-B72B-31C1-DFB7-30EDB44A91F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6489" y="4764738"/>
            <a:ext cx="246429" cy="251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C97D586-C688-D47A-A17C-91E060ACCE1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6489" y="5468210"/>
            <a:ext cx="246429" cy="25138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05AEDC5-4AE5-A62F-6F19-4034F36685C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6489" y="5858103"/>
            <a:ext cx="246429" cy="25138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410DA5A-A5D1-6A33-2539-A8A9D264B12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6489" y="6512167"/>
            <a:ext cx="246429" cy="251386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E7DCE6AF-7478-6396-DDB2-191A2E88EA27}"/>
              </a:ext>
            </a:extLst>
          </p:cNvPr>
          <p:cNvGrpSpPr/>
          <p:nvPr/>
        </p:nvGrpSpPr>
        <p:grpSpPr>
          <a:xfrm>
            <a:off x="0" y="180038"/>
            <a:ext cx="9036050" cy="2067623"/>
            <a:chOff x="0" y="180038"/>
            <a:chExt cx="9036050" cy="2067623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871977AA-0B29-56F1-0208-FAC70462CCE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0" y="180038"/>
              <a:ext cx="9036050" cy="1773045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B3040F6B-AEE7-CF68-9A09-763F4065ADB3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2700" y="1889583"/>
              <a:ext cx="6565900" cy="35807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6132960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0C6BEC-4BED-01DA-D3D0-EBFF8D21B8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217E7DB5-A9BE-644F-6FDD-60A58120D5A9}"/>
              </a:ext>
            </a:extLst>
          </p:cNvPr>
          <p:cNvSpPr txBox="1"/>
          <p:nvPr/>
        </p:nvSpPr>
        <p:spPr>
          <a:xfrm>
            <a:off x="534940" y="2635678"/>
            <a:ext cx="58547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accent6">
                    <a:lumMod val="75000"/>
                  </a:schemeClr>
                </a:solidFill>
                <a:latin typeface="Myriad Pro Light" panose="020B0403030403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Working Principle</a:t>
            </a:r>
            <a:endParaRPr lang="en-US" sz="1400" b="1" dirty="0">
              <a:latin typeface="Myriad Pro Light" panose="020B0403030403020204" pitchFamily="34" charset="0"/>
            </a:endParaRP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D40BE00F-6D17-47CB-C09A-E6AB546F5892}"/>
              </a:ext>
            </a:extLst>
          </p:cNvPr>
          <p:cNvGrpSpPr/>
          <p:nvPr/>
        </p:nvGrpSpPr>
        <p:grpSpPr>
          <a:xfrm>
            <a:off x="7583998" y="3471814"/>
            <a:ext cx="457201" cy="457200"/>
            <a:chOff x="464768" y="7668490"/>
            <a:chExt cx="315811" cy="288236"/>
          </a:xfrm>
        </p:grpSpPr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D82B70FB-CE01-D53C-BE54-1C9BE7EF5FB2}"/>
                </a:ext>
              </a:extLst>
            </p:cNvPr>
            <p:cNvSpPr/>
            <p:nvPr/>
          </p:nvSpPr>
          <p:spPr>
            <a:xfrm>
              <a:off x="464768" y="7668490"/>
              <a:ext cx="315811" cy="288236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id="{462CAADE-876B-E132-0EE3-142C1EDFFAF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04754" y="7704985"/>
              <a:ext cx="235838" cy="215246"/>
            </a:xfrm>
            <a:prstGeom prst="rect">
              <a:avLst/>
            </a:prstGeom>
          </p:spPr>
        </p:pic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032942B4-894C-D4FC-6663-C1BD73C6AA0A}"/>
              </a:ext>
            </a:extLst>
          </p:cNvPr>
          <p:cNvSpPr txBox="1"/>
          <p:nvPr/>
        </p:nvSpPr>
        <p:spPr>
          <a:xfrm>
            <a:off x="7530235" y="3919339"/>
            <a:ext cx="49244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b="1" dirty="0">
                <a:latin typeface="Myriad Pro Light" panose="020B0403030403020204" pitchFamily="34" charset="0"/>
              </a:rPr>
              <a:t>&lt;70</a:t>
            </a:r>
            <a:r>
              <a:rPr lang="en-US" sz="900" b="1" baseline="30000" dirty="0">
                <a:latin typeface="Myriad Pro Light" panose="020B0403030403020204" pitchFamily="34" charset="0"/>
              </a:rPr>
              <a:t>o</a:t>
            </a:r>
            <a:r>
              <a:rPr lang="en-US" sz="900" b="1" dirty="0">
                <a:latin typeface="Myriad Pro Light" panose="020B0403030403020204" pitchFamily="34" charset="0"/>
              </a:rPr>
              <a:t>C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2F27EF15-4A26-A3AC-D6EC-2540714F8C05}"/>
              </a:ext>
            </a:extLst>
          </p:cNvPr>
          <p:cNvGrpSpPr/>
          <p:nvPr/>
        </p:nvGrpSpPr>
        <p:grpSpPr>
          <a:xfrm>
            <a:off x="7583998" y="4191528"/>
            <a:ext cx="457201" cy="457199"/>
            <a:chOff x="1114809" y="7681434"/>
            <a:chExt cx="315811" cy="288236"/>
          </a:xfrm>
        </p:grpSpPr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9AA0B0CC-496C-C12C-F0CF-BE628402AA62}"/>
                </a:ext>
              </a:extLst>
            </p:cNvPr>
            <p:cNvSpPr/>
            <p:nvPr/>
          </p:nvSpPr>
          <p:spPr>
            <a:xfrm>
              <a:off x="1114809" y="7681434"/>
              <a:ext cx="315811" cy="288236"/>
            </a:xfrm>
            <a:prstGeom prst="ellipse">
              <a:avLst/>
            </a:prstGeom>
            <a:solidFill>
              <a:srgbClr val="406FC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  <p:pic>
          <p:nvPicPr>
            <p:cNvPr id="43" name="Picture 42">
              <a:extLst>
                <a:ext uri="{FF2B5EF4-FFF2-40B4-BE49-F238E27FC236}">
                  <a16:creationId xmlns:a16="http://schemas.microsoft.com/office/drawing/2014/main" id="{7C6C4C07-6A58-E551-EB14-B86F7DC854B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54795" y="7729809"/>
              <a:ext cx="218992" cy="199872"/>
            </a:xfrm>
            <a:prstGeom prst="rect">
              <a:avLst/>
            </a:prstGeom>
          </p:spPr>
        </p:pic>
      </p:grpSp>
      <p:sp>
        <p:nvSpPr>
          <p:cNvPr id="39" name="TextBox 38">
            <a:extLst>
              <a:ext uri="{FF2B5EF4-FFF2-40B4-BE49-F238E27FC236}">
                <a16:creationId xmlns:a16="http://schemas.microsoft.com/office/drawing/2014/main" id="{9C9F90A9-050D-D2C2-FB08-FD15853B2E58}"/>
              </a:ext>
            </a:extLst>
          </p:cNvPr>
          <p:cNvSpPr txBox="1"/>
          <p:nvPr/>
        </p:nvSpPr>
        <p:spPr>
          <a:xfrm>
            <a:off x="7548366" y="4626654"/>
            <a:ext cx="468399" cy="230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b="1" dirty="0">
                <a:latin typeface="Myriad Pro Light" panose="020B0403030403020204" pitchFamily="34" charset="0"/>
              </a:rPr>
              <a:t>&lt;85%</a:t>
            </a: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2D3A5064-3FF6-C2AF-434F-006C640E6C25}"/>
              </a:ext>
            </a:extLst>
          </p:cNvPr>
          <p:cNvGrpSpPr/>
          <p:nvPr/>
        </p:nvGrpSpPr>
        <p:grpSpPr>
          <a:xfrm>
            <a:off x="8168786" y="3816012"/>
            <a:ext cx="457201" cy="457199"/>
            <a:chOff x="1630192" y="7682944"/>
            <a:chExt cx="315811" cy="288236"/>
          </a:xfrm>
        </p:grpSpPr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B501BEE7-F036-D88F-4EC0-DBD34794CA96}"/>
                </a:ext>
              </a:extLst>
            </p:cNvPr>
            <p:cNvSpPr/>
            <p:nvPr/>
          </p:nvSpPr>
          <p:spPr>
            <a:xfrm>
              <a:off x="1630192" y="7682944"/>
              <a:ext cx="315811" cy="288236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  <p:pic>
          <p:nvPicPr>
            <p:cNvPr id="48" name="Picture 47">
              <a:extLst>
                <a:ext uri="{FF2B5EF4-FFF2-40B4-BE49-F238E27FC236}">
                  <a16:creationId xmlns:a16="http://schemas.microsoft.com/office/drawing/2014/main" id="{7466F6EC-224A-5E7D-3EBB-42CB1FA5BC6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81762" y="7739006"/>
              <a:ext cx="202147" cy="184497"/>
            </a:xfrm>
            <a:prstGeom prst="rect">
              <a:avLst/>
            </a:prstGeom>
          </p:spPr>
        </p:pic>
      </p:grpSp>
      <p:sp>
        <p:nvSpPr>
          <p:cNvPr id="46" name="TextBox 45">
            <a:extLst>
              <a:ext uri="{FF2B5EF4-FFF2-40B4-BE49-F238E27FC236}">
                <a16:creationId xmlns:a16="http://schemas.microsoft.com/office/drawing/2014/main" id="{CE585871-47CD-0EF0-ED22-9E691D29C78C}"/>
              </a:ext>
            </a:extLst>
          </p:cNvPr>
          <p:cNvSpPr txBox="1"/>
          <p:nvPr/>
        </p:nvSpPr>
        <p:spPr>
          <a:xfrm>
            <a:off x="8039379" y="4251138"/>
            <a:ext cx="655950" cy="230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b="1" dirty="0">
                <a:latin typeface="Myriad Pro Light" panose="020B0403030403020204" pitchFamily="34" charset="0"/>
              </a:rPr>
              <a:t>110-240 V</a:t>
            </a:r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A1B6E76D-1751-98B0-C793-59A058829AAC}"/>
              </a:ext>
            </a:extLst>
          </p:cNvPr>
          <p:cNvCxnSpPr>
            <a:cxnSpLocks/>
          </p:cNvCxnSpPr>
          <p:nvPr/>
        </p:nvCxnSpPr>
        <p:spPr>
          <a:xfrm>
            <a:off x="7366866" y="3181417"/>
            <a:ext cx="0" cy="1803031"/>
          </a:xfrm>
          <a:prstGeom prst="line">
            <a:avLst/>
          </a:prstGeom>
          <a:ln w="1905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5" name="Picture 174">
            <a:extLst>
              <a:ext uri="{FF2B5EF4-FFF2-40B4-BE49-F238E27FC236}">
                <a16:creationId xmlns:a16="http://schemas.microsoft.com/office/drawing/2014/main" id="{2093E2EA-D12E-B35B-F723-94B613C16BA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667" y="3241709"/>
            <a:ext cx="6639091" cy="1755087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DA6551B4-2CC7-834B-DF7B-37EA18E70799}"/>
              </a:ext>
            </a:extLst>
          </p:cNvPr>
          <p:cNvSpPr txBox="1">
            <a:spLocks/>
          </p:cNvSpPr>
          <p:nvPr/>
        </p:nvSpPr>
        <p:spPr>
          <a:xfrm>
            <a:off x="156822" y="5372393"/>
            <a:ext cx="8534178" cy="73780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b="1" dirty="0">
                <a:solidFill>
                  <a:schemeClr val="accent6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Plug-n-Play Pre-treatment Ready Architecture </a:t>
            </a:r>
            <a:endParaRPr lang="en-IN" sz="2400" b="1" dirty="0">
              <a:solidFill>
                <a:schemeClr val="accent6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DB3626C-1BD8-0318-5DCB-B2A3F2F81BD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6150724"/>
            <a:ext cx="9036050" cy="2887982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B33B2BB2-C90A-A619-70AB-48D34B099015}"/>
              </a:ext>
            </a:extLst>
          </p:cNvPr>
          <p:cNvGrpSpPr/>
          <p:nvPr/>
        </p:nvGrpSpPr>
        <p:grpSpPr>
          <a:xfrm>
            <a:off x="0" y="180038"/>
            <a:ext cx="9036050" cy="2067623"/>
            <a:chOff x="0" y="180038"/>
            <a:chExt cx="9036050" cy="2067623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0BE20961-68EA-55CF-9844-55CCA64F20B2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0" y="180038"/>
              <a:ext cx="9036050" cy="1773045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F61C2073-4734-19D8-C992-E32019CC05CB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2700" y="1889583"/>
              <a:ext cx="6565900" cy="35807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9321892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6F3B87-7ABC-2A1C-BBB2-64D4DC14CC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72379FF6-2C09-7041-9386-05D9A31569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667" y="3690808"/>
            <a:ext cx="313471" cy="300319"/>
          </a:xfrm>
          <a:prstGeom prst="rect">
            <a:avLst/>
          </a:prstGeom>
        </p:spPr>
      </p:pic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0A3898CC-19CC-6324-548F-0891EB90F336}"/>
              </a:ext>
            </a:extLst>
          </p:cNvPr>
          <p:cNvSpPr/>
          <p:nvPr/>
        </p:nvSpPr>
        <p:spPr>
          <a:xfrm>
            <a:off x="688047" y="3683188"/>
            <a:ext cx="1817485" cy="323662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FA132037-5FFB-AECE-CD2C-24EFDC27AC85}"/>
              </a:ext>
            </a:extLst>
          </p:cNvPr>
          <p:cNvSpPr txBox="1">
            <a:spLocks/>
          </p:cNvSpPr>
          <p:nvPr/>
        </p:nvSpPr>
        <p:spPr>
          <a:xfrm>
            <a:off x="518717" y="2935179"/>
            <a:ext cx="2212240" cy="56493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b="1" dirty="0">
                <a:solidFill>
                  <a:schemeClr val="accent6">
                    <a:lumMod val="75000"/>
                  </a:schemeClr>
                </a:solidFill>
                <a:latin typeface="Myriad Pro Light Cond" panose="020B0406030403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SELECT YOUR GAS</a:t>
            </a:r>
            <a:endParaRPr lang="en-IN" sz="2400" b="1" dirty="0">
              <a:solidFill>
                <a:schemeClr val="accent6">
                  <a:lumMod val="75000"/>
                </a:schemeClr>
              </a:solidFill>
              <a:latin typeface="Myriad Pro Light Cond" panose="020B040603040302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50C07B18-848D-A4B9-DD80-0EBB4E6F1D50}"/>
              </a:ext>
            </a:extLst>
          </p:cNvPr>
          <p:cNvSpPr txBox="1">
            <a:spLocks/>
          </p:cNvSpPr>
          <p:nvPr/>
        </p:nvSpPr>
        <p:spPr>
          <a:xfrm>
            <a:off x="7012496" y="2906874"/>
            <a:ext cx="2212240" cy="56493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b="1" dirty="0">
                <a:solidFill>
                  <a:schemeClr val="accent6">
                    <a:lumMod val="75000"/>
                  </a:schemeClr>
                </a:solidFill>
                <a:latin typeface="Myriad Pro Light Cond" panose="020B0406030403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OUTPUT</a:t>
            </a:r>
            <a:endParaRPr lang="en-IN" sz="2400" b="1" dirty="0">
              <a:solidFill>
                <a:schemeClr val="accent6">
                  <a:lumMod val="75000"/>
                </a:schemeClr>
              </a:solidFill>
              <a:latin typeface="Myriad Pro Light Cond" panose="020B040603040302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64ACACF-C18F-26EB-EB19-7CDD0CB77436}"/>
              </a:ext>
            </a:extLst>
          </p:cNvPr>
          <p:cNvSpPr txBox="1"/>
          <p:nvPr/>
        </p:nvSpPr>
        <p:spPr>
          <a:xfrm>
            <a:off x="871920" y="6026834"/>
            <a:ext cx="33387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u="sng" dirty="0"/>
              <a:t>Complete list of Gases treated by </a:t>
            </a:r>
          </a:p>
        </p:txBody>
      </p:sp>
      <p:pic>
        <p:nvPicPr>
          <p:cNvPr id="62" name="Picture 61">
            <a:extLst>
              <a:ext uri="{FF2B5EF4-FFF2-40B4-BE49-F238E27FC236}">
                <a16:creationId xmlns:a16="http://schemas.microsoft.com/office/drawing/2014/main" id="{59A61295-365E-D5BC-C7F9-13F3937A4D9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20633" b="30764"/>
          <a:stretch>
            <a:fillRect/>
          </a:stretch>
        </p:blipFill>
        <p:spPr>
          <a:xfrm>
            <a:off x="871920" y="6274442"/>
            <a:ext cx="1843820" cy="518265"/>
          </a:xfrm>
          <a:prstGeom prst="rect">
            <a:avLst/>
          </a:prstGeom>
        </p:spPr>
      </p:pic>
      <p:pic>
        <p:nvPicPr>
          <p:cNvPr id="64" name="Picture 63">
            <a:extLst>
              <a:ext uri="{FF2B5EF4-FFF2-40B4-BE49-F238E27FC236}">
                <a16:creationId xmlns:a16="http://schemas.microsoft.com/office/drawing/2014/main" id="{AF76F0F3-6798-7A81-7154-C7E33B67E03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8577" y="2860038"/>
            <a:ext cx="3913887" cy="1926582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A5F4D3DC-878C-8EF3-89BC-FD6332797FEC}"/>
              </a:ext>
            </a:extLst>
          </p:cNvPr>
          <p:cNvGrpSpPr/>
          <p:nvPr/>
        </p:nvGrpSpPr>
        <p:grpSpPr>
          <a:xfrm>
            <a:off x="0" y="180038"/>
            <a:ext cx="9036050" cy="2067623"/>
            <a:chOff x="0" y="180038"/>
            <a:chExt cx="9036050" cy="2067623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419C14CF-21C9-696A-259A-0ABC7F629AB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0" y="180038"/>
              <a:ext cx="9036050" cy="1773045"/>
            </a:xfrm>
            <a:prstGeom prst="rect">
              <a:avLst/>
            </a:prstGeom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E54FCEB1-2518-4B99-CC4F-F8ACC9ACED2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2700" y="1889583"/>
              <a:ext cx="6565900" cy="35807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2011300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CED6B2-B300-1F6B-0111-38F2B9E1A6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71B061E2-09F7-9A32-4736-B3AF889D2AE8}"/>
              </a:ext>
            </a:extLst>
          </p:cNvPr>
          <p:cNvSpPr txBox="1"/>
          <p:nvPr/>
        </p:nvSpPr>
        <p:spPr>
          <a:xfrm>
            <a:off x="346410" y="2247661"/>
            <a:ext cx="58547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accent6">
                    <a:lumMod val="75000"/>
                  </a:schemeClr>
                </a:solidFill>
                <a:latin typeface="Myriad Pro Light" panose="020B0403030403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Gases Treated</a:t>
            </a:r>
            <a:endParaRPr lang="en-US" sz="1400" b="1" dirty="0">
              <a:latin typeface="Myriad Pro Light" panose="020B0403030403020204" pitchFamily="34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0FA5B25-F65C-6FF6-ACAC-DCC25DA97D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4733957"/>
              </p:ext>
            </p:extLst>
          </p:nvPr>
        </p:nvGraphicFramePr>
        <p:xfrm>
          <a:off x="684385" y="7734669"/>
          <a:ext cx="7667282" cy="4163733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349993">
                  <a:extLst>
                    <a:ext uri="{9D8B030D-6E8A-4147-A177-3AD203B41FA5}">
                      <a16:colId xmlns:a16="http://schemas.microsoft.com/office/drawing/2014/main" val="786956145"/>
                    </a:ext>
                  </a:extLst>
                </a:gridCol>
                <a:gridCol w="1148541">
                  <a:extLst>
                    <a:ext uri="{9D8B030D-6E8A-4147-A177-3AD203B41FA5}">
                      <a16:colId xmlns:a16="http://schemas.microsoft.com/office/drawing/2014/main" val="4043709053"/>
                    </a:ext>
                  </a:extLst>
                </a:gridCol>
                <a:gridCol w="688323">
                  <a:extLst>
                    <a:ext uri="{9D8B030D-6E8A-4147-A177-3AD203B41FA5}">
                      <a16:colId xmlns:a16="http://schemas.microsoft.com/office/drawing/2014/main" val="2787174288"/>
                    </a:ext>
                  </a:extLst>
                </a:gridCol>
                <a:gridCol w="1589222">
                  <a:extLst>
                    <a:ext uri="{9D8B030D-6E8A-4147-A177-3AD203B41FA5}">
                      <a16:colId xmlns:a16="http://schemas.microsoft.com/office/drawing/2014/main" val="3919360925"/>
                    </a:ext>
                  </a:extLst>
                </a:gridCol>
                <a:gridCol w="1446600">
                  <a:extLst>
                    <a:ext uri="{9D8B030D-6E8A-4147-A177-3AD203B41FA5}">
                      <a16:colId xmlns:a16="http://schemas.microsoft.com/office/drawing/2014/main" val="3886833831"/>
                    </a:ext>
                  </a:extLst>
                </a:gridCol>
                <a:gridCol w="1444603">
                  <a:extLst>
                    <a:ext uri="{9D8B030D-6E8A-4147-A177-3AD203B41FA5}">
                      <a16:colId xmlns:a16="http://schemas.microsoft.com/office/drawing/2014/main" val="3988669030"/>
                    </a:ext>
                  </a:extLst>
                </a:gridCol>
              </a:tblGrid>
              <a:tr h="594819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Methyl mercaptan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72000" marR="18000" marT="36000" marB="36000" anchor="ctr">
                    <a:solidFill>
                      <a:schemeClr val="bg2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CH</a:t>
                      </a:r>
                      <a:r>
                        <a:rPr lang="en-US" sz="1200" u="none" strike="noStrike" kern="1200" baseline="-2200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4</a:t>
                      </a:r>
                      <a:r>
                        <a:rPr lang="en-US" sz="12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S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72000" marR="18000" marT="36000" marB="36000" anchor="ctr">
                    <a:solidFill>
                      <a:schemeClr val="bg2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48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72000" marR="18000" marT="36000" marB="36000" anchor="ctr">
                    <a:solidFill>
                      <a:schemeClr val="bg2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C-S, C-H, H-S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72000" marR="18000" marT="36000" marB="36000" anchor="ctr">
                    <a:solidFill>
                      <a:schemeClr val="bg2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272,414,339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72000" marR="18000" marT="36000" marB="36000" anchor="ctr">
                    <a:solidFill>
                      <a:schemeClr val="bg2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H</a:t>
                      </a:r>
                      <a:r>
                        <a:rPr lang="en-US" sz="1200" u="none" strike="noStrike" kern="1200" baseline="-2200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2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O, CO</a:t>
                      </a:r>
                      <a:r>
                        <a:rPr lang="en-US" sz="1200" u="none" strike="noStrike" kern="1200" baseline="-2200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2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, SO</a:t>
                      </a:r>
                      <a:r>
                        <a:rPr lang="en-US" sz="1200" u="none" strike="noStrike" kern="1200" baseline="-2200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4</a:t>
                      </a:r>
                      <a:r>
                        <a:rPr lang="en-US" sz="1200" b="0" i="0" u="none" strike="noStrike" kern="1200" baseline="40000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2-</a:t>
                      </a:r>
                    </a:p>
                  </a:txBody>
                  <a:tcPr marL="72000" marR="18000" marT="36000" marB="36000" anchor="ctr">
                    <a:solidFill>
                      <a:schemeClr val="accent6">
                        <a:lumMod val="40000"/>
                        <a:lumOff val="60000"/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0811191"/>
                  </a:ext>
                </a:extLst>
              </a:tr>
              <a:tr h="594819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Methyl sulfide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72000" marR="18000" marT="36000" marB="3600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C</a:t>
                      </a:r>
                      <a:r>
                        <a:rPr lang="en-US" sz="1200" u="none" strike="noStrike" kern="1200" baseline="-2200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2</a:t>
                      </a:r>
                      <a:r>
                        <a:rPr lang="en-US" sz="12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H</a:t>
                      </a:r>
                      <a:r>
                        <a:rPr lang="en-US" sz="1200" u="none" strike="noStrike" kern="1200" baseline="-2200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6</a:t>
                      </a:r>
                      <a:r>
                        <a:rPr lang="en-US" sz="12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S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72000" marR="18000" marT="36000" marB="3600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62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72000" marR="18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C-C, C-H, C-S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72000" marR="18000" marT="36000" marB="3600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332,414,272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72000" marR="18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H</a:t>
                      </a:r>
                      <a:r>
                        <a:rPr lang="en-US" sz="1200" u="none" strike="noStrike" kern="1200" baseline="-2200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2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O, CO</a:t>
                      </a:r>
                      <a:r>
                        <a:rPr lang="en-US" sz="1200" u="none" strike="noStrike" kern="1200" baseline="-2200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2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, SO</a:t>
                      </a:r>
                      <a:r>
                        <a:rPr lang="en-US" sz="1200" u="none" strike="noStrike" kern="1200" baseline="-2200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4</a:t>
                      </a:r>
                      <a:r>
                        <a:rPr lang="en-US" sz="1200" b="0" i="0" u="none" strike="noStrike" kern="1200" baseline="40000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2-</a:t>
                      </a:r>
                    </a:p>
                  </a:txBody>
                  <a:tcPr marL="72000" marR="18000" marT="36000" marB="36000" anchor="ctr"/>
                </a:tc>
                <a:extLst>
                  <a:ext uri="{0D108BD9-81ED-4DB2-BD59-A6C34878D82A}">
                    <a16:rowId xmlns:a16="http://schemas.microsoft.com/office/drawing/2014/main" val="859538332"/>
                  </a:ext>
                </a:extLst>
              </a:tr>
              <a:tr h="594819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Phenol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72000" marR="18000" marT="36000" marB="36000" anchor="ctr">
                    <a:solidFill>
                      <a:schemeClr val="bg2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C</a:t>
                      </a:r>
                      <a:r>
                        <a:rPr lang="en-US" sz="1200" u="none" strike="noStrike" kern="1200" baseline="-2200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6</a:t>
                      </a:r>
                      <a:r>
                        <a:rPr lang="en-US" sz="12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H</a:t>
                      </a:r>
                      <a:r>
                        <a:rPr lang="en-US" sz="1200" u="none" strike="noStrike" kern="1200" baseline="-2200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5</a:t>
                      </a:r>
                      <a:r>
                        <a:rPr lang="en-US" sz="12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OH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72000" marR="18000" marT="36000" marB="36000" anchor="ctr">
                    <a:solidFill>
                      <a:schemeClr val="bg2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94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72000" marR="18000" marT="36000" marB="36000" anchor="ctr">
                    <a:solidFill>
                      <a:schemeClr val="bg2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l-GR" sz="12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ϖ</a:t>
                      </a:r>
                      <a:r>
                        <a:rPr lang="en-US" sz="12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 bond, C-H, C-O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72000" marR="18000" marT="36000" marB="36000" anchor="ctr">
                    <a:solidFill>
                      <a:schemeClr val="bg2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611,414,326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72000" marR="18000" marT="36000" marB="36000" anchor="ctr">
                    <a:solidFill>
                      <a:schemeClr val="bg2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H</a:t>
                      </a:r>
                      <a:r>
                        <a:rPr lang="en-US" sz="1200" u="none" strike="noStrike" kern="1200" baseline="-2200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2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O, CO</a:t>
                      </a:r>
                      <a:r>
                        <a:rPr lang="en-US" sz="1200" u="none" strike="noStrike" kern="1200" baseline="-2200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2</a:t>
                      </a:r>
                    </a:p>
                  </a:txBody>
                  <a:tcPr marL="72000" marR="18000" marT="36000" marB="36000" anchor="ctr">
                    <a:solidFill>
                      <a:schemeClr val="accent6">
                        <a:lumMod val="40000"/>
                        <a:lumOff val="60000"/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6612056"/>
                  </a:ext>
                </a:extLst>
              </a:tr>
              <a:tr h="594819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Styrene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72000" marR="18000" marT="36000" marB="3600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C</a:t>
                      </a:r>
                      <a:r>
                        <a:rPr lang="en-US" sz="1200" u="none" strike="noStrike" kern="1200" baseline="-2200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8</a:t>
                      </a:r>
                      <a:r>
                        <a:rPr lang="en-US" sz="12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H</a:t>
                      </a:r>
                      <a:r>
                        <a:rPr lang="en-US" sz="1200" u="none" strike="noStrike" kern="1200" baseline="-2200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8</a:t>
                      </a:r>
                    </a:p>
                  </a:txBody>
                  <a:tcPr marL="72000" marR="18000" marT="36000" marB="3600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104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72000" marR="18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C=C,C-C, C-H, </a:t>
                      </a:r>
                      <a:r>
                        <a:rPr lang="el-GR" sz="12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ϖ</a:t>
                      </a:r>
                      <a:r>
                        <a:rPr lang="en-US" sz="12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  bond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72000" marR="18000" marT="36000" marB="3600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611,332,414,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72000" marR="18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H</a:t>
                      </a:r>
                      <a:r>
                        <a:rPr lang="en-US" sz="1200" u="none" strike="noStrike" kern="1200" baseline="-2200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2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O, CO</a:t>
                      </a:r>
                      <a:r>
                        <a:rPr lang="en-US" sz="1200" u="none" strike="noStrike" kern="1200" baseline="-2200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2</a:t>
                      </a:r>
                    </a:p>
                  </a:txBody>
                  <a:tcPr marL="72000" marR="18000" marT="36000" marB="36000" anchor="ctr"/>
                </a:tc>
                <a:extLst>
                  <a:ext uri="{0D108BD9-81ED-4DB2-BD59-A6C34878D82A}">
                    <a16:rowId xmlns:a16="http://schemas.microsoft.com/office/drawing/2014/main" val="3854158328"/>
                  </a:ext>
                </a:extLst>
              </a:tr>
              <a:tr h="594819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Toluene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72000" marR="18000" marT="36000" marB="36000" anchor="ctr">
                    <a:solidFill>
                      <a:schemeClr val="bg2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C</a:t>
                      </a:r>
                      <a:r>
                        <a:rPr lang="en-US" sz="1200" u="none" strike="noStrike" kern="1200" baseline="-2200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7</a:t>
                      </a:r>
                      <a:r>
                        <a:rPr lang="en-US" sz="12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H</a:t>
                      </a:r>
                      <a:r>
                        <a:rPr lang="en-US" sz="1200" u="none" strike="noStrike" kern="1200" baseline="-2200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8</a:t>
                      </a:r>
                    </a:p>
                  </a:txBody>
                  <a:tcPr marL="72000" marR="18000" marT="36000" marB="36000" anchor="ctr">
                    <a:solidFill>
                      <a:schemeClr val="bg2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92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72000" marR="18000" marT="36000" marB="36000" anchor="ctr">
                    <a:solidFill>
                      <a:schemeClr val="bg2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l-GR" sz="12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ϖ</a:t>
                      </a:r>
                      <a:r>
                        <a:rPr lang="en-US" sz="12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 bond, C-H, C-C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72000" marR="18000" marT="36000" marB="36000" anchor="ctr">
                    <a:solidFill>
                      <a:schemeClr val="bg2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61,14,14,332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72000" marR="18000" marT="36000" marB="36000" anchor="ctr">
                    <a:solidFill>
                      <a:schemeClr val="bg2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H</a:t>
                      </a:r>
                      <a:r>
                        <a:rPr lang="en-US" sz="1200" u="none" strike="noStrike" kern="1200" baseline="-2200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2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O, CO</a:t>
                      </a:r>
                      <a:r>
                        <a:rPr lang="en-US" sz="1200" u="none" strike="noStrike" kern="1200" baseline="-2200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2</a:t>
                      </a:r>
                    </a:p>
                  </a:txBody>
                  <a:tcPr marL="72000" marR="18000" marT="36000" marB="36000" anchor="ctr">
                    <a:solidFill>
                      <a:schemeClr val="accent6">
                        <a:lumMod val="40000"/>
                        <a:lumOff val="60000"/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5557717"/>
                  </a:ext>
                </a:extLst>
              </a:tr>
              <a:tr h="594819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Trimethylamine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72000" marR="18000" marT="36000" marB="3600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C</a:t>
                      </a:r>
                      <a:r>
                        <a:rPr lang="en-US" sz="1200" u="none" strike="noStrike" kern="1200" baseline="-2200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3</a:t>
                      </a:r>
                      <a:r>
                        <a:rPr lang="en-US" sz="12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H</a:t>
                      </a:r>
                      <a:r>
                        <a:rPr lang="en-US" sz="1200" u="none" strike="noStrike" kern="1200" baseline="-2200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9</a:t>
                      </a:r>
                      <a:r>
                        <a:rPr lang="en-US" sz="12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N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72000" marR="18000" marT="36000" marB="3600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59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72000" marR="18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C-H, C-N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72000" marR="18000" marT="36000" marB="3600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414,305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72000" marR="18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H</a:t>
                      </a:r>
                      <a:r>
                        <a:rPr lang="en-US" sz="1200" u="none" strike="noStrike" kern="1200" baseline="-2200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2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O, N</a:t>
                      </a:r>
                      <a:r>
                        <a:rPr lang="en-US" sz="1200" u="none" strike="noStrike" kern="1200" baseline="-2200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2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, CO</a:t>
                      </a:r>
                      <a:r>
                        <a:rPr lang="en-US" sz="1200" u="none" strike="noStrike" kern="1200" baseline="-2200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2</a:t>
                      </a:r>
                    </a:p>
                  </a:txBody>
                  <a:tcPr marL="72000" marR="18000" marT="36000" marB="36000" anchor="ctr"/>
                </a:tc>
                <a:extLst>
                  <a:ext uri="{0D108BD9-81ED-4DB2-BD59-A6C34878D82A}">
                    <a16:rowId xmlns:a16="http://schemas.microsoft.com/office/drawing/2014/main" val="229368113"/>
                  </a:ext>
                </a:extLst>
              </a:tr>
              <a:tr h="594819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Xylene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72000" marR="18000" marT="36000" marB="36000" anchor="ctr">
                    <a:solidFill>
                      <a:schemeClr val="bg2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C</a:t>
                      </a:r>
                      <a:r>
                        <a:rPr lang="en-US" sz="1200" u="none" strike="noStrike" kern="1200" baseline="-2200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6</a:t>
                      </a:r>
                      <a:r>
                        <a:rPr lang="en-US" sz="12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H</a:t>
                      </a:r>
                      <a:r>
                        <a:rPr lang="en-US" sz="1200" u="none" strike="noStrike" kern="1200" baseline="-2200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4</a:t>
                      </a:r>
                      <a:r>
                        <a:rPr lang="en-US" sz="12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(CH</a:t>
                      </a:r>
                      <a:r>
                        <a:rPr lang="en-US" sz="1200" u="none" strike="noStrike" kern="1200" baseline="-2200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3</a:t>
                      </a:r>
                      <a:r>
                        <a:rPr lang="en-US" sz="12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)</a:t>
                      </a:r>
                      <a:r>
                        <a:rPr lang="en-US" sz="1200" u="none" strike="noStrike" kern="1200" baseline="-2200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2</a:t>
                      </a:r>
                    </a:p>
                  </a:txBody>
                  <a:tcPr marL="72000" marR="18000" marT="36000" marB="36000" anchor="ctr">
                    <a:solidFill>
                      <a:schemeClr val="bg2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106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72000" marR="18000" marT="36000" marB="36000" anchor="ctr">
                    <a:solidFill>
                      <a:schemeClr val="bg2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l-GR" sz="12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ϖ</a:t>
                      </a:r>
                      <a:r>
                        <a:rPr lang="en-US" sz="12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 bond, C-H, C-C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72000" marR="18000" marT="36000" marB="36000" anchor="ctr">
                    <a:solidFill>
                      <a:schemeClr val="bg2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611,414,332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72000" marR="18000" marT="36000" marB="36000" anchor="ctr">
                    <a:solidFill>
                      <a:schemeClr val="bg2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H</a:t>
                      </a:r>
                      <a:r>
                        <a:rPr lang="en-US" sz="1200" u="none" strike="noStrike" kern="1200" baseline="-2200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2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O, CO</a:t>
                      </a:r>
                      <a:r>
                        <a:rPr lang="en-US" sz="1200" u="none" strike="noStrike" kern="1200" baseline="-2200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2</a:t>
                      </a:r>
                    </a:p>
                  </a:txBody>
                  <a:tcPr marL="72000" marR="18000" marT="36000" marB="36000" anchor="ctr">
                    <a:solidFill>
                      <a:schemeClr val="accent6">
                        <a:lumMod val="40000"/>
                        <a:lumOff val="60000"/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1473936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24F7A68-81FD-7854-4E0F-3ED4E8CE67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5895432"/>
              </p:ext>
            </p:extLst>
          </p:nvPr>
        </p:nvGraphicFramePr>
        <p:xfrm>
          <a:off x="684384" y="2741924"/>
          <a:ext cx="7667282" cy="4841742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341217">
                  <a:extLst>
                    <a:ext uri="{9D8B030D-6E8A-4147-A177-3AD203B41FA5}">
                      <a16:colId xmlns:a16="http://schemas.microsoft.com/office/drawing/2014/main" val="786956145"/>
                    </a:ext>
                  </a:extLst>
                </a:gridCol>
                <a:gridCol w="1096670">
                  <a:extLst>
                    <a:ext uri="{9D8B030D-6E8A-4147-A177-3AD203B41FA5}">
                      <a16:colId xmlns:a16="http://schemas.microsoft.com/office/drawing/2014/main" val="4043709053"/>
                    </a:ext>
                  </a:extLst>
                </a:gridCol>
                <a:gridCol w="790411">
                  <a:extLst>
                    <a:ext uri="{9D8B030D-6E8A-4147-A177-3AD203B41FA5}">
                      <a16:colId xmlns:a16="http://schemas.microsoft.com/office/drawing/2014/main" val="2787174288"/>
                    </a:ext>
                  </a:extLst>
                </a:gridCol>
                <a:gridCol w="1379114">
                  <a:extLst>
                    <a:ext uri="{9D8B030D-6E8A-4147-A177-3AD203B41FA5}">
                      <a16:colId xmlns:a16="http://schemas.microsoft.com/office/drawing/2014/main" val="3919360925"/>
                    </a:ext>
                  </a:extLst>
                </a:gridCol>
                <a:gridCol w="1592976">
                  <a:extLst>
                    <a:ext uri="{9D8B030D-6E8A-4147-A177-3AD203B41FA5}">
                      <a16:colId xmlns:a16="http://schemas.microsoft.com/office/drawing/2014/main" val="3886833831"/>
                    </a:ext>
                  </a:extLst>
                </a:gridCol>
                <a:gridCol w="1466894">
                  <a:extLst>
                    <a:ext uri="{9D8B030D-6E8A-4147-A177-3AD203B41FA5}">
                      <a16:colId xmlns:a16="http://schemas.microsoft.com/office/drawing/2014/main" val="1062812584"/>
                    </a:ext>
                  </a:extLst>
                </a:gridCol>
              </a:tblGrid>
              <a:tr h="619646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1" u="none" strike="noStrike" dirty="0">
                          <a:solidFill>
                            <a:schemeClr val="bg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Gas</a:t>
                      </a:r>
                      <a:endParaRPr lang="en-US" sz="1200" b="1" i="0" u="none" strike="noStrike" dirty="0">
                        <a:solidFill>
                          <a:schemeClr val="bg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72000" marR="18000" marT="36000" marB="36000" anchor="ctr">
                    <a:solidFill>
                      <a:srgbClr val="36720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b="1" u="none" strike="noStrike" dirty="0">
                          <a:solidFill>
                            <a:schemeClr val="bg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Mol. Formula</a:t>
                      </a:r>
                      <a:endParaRPr lang="en-US" sz="1200" b="1" i="0" u="none" strike="noStrike" dirty="0">
                        <a:solidFill>
                          <a:schemeClr val="bg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72000" marR="18000" marT="36000" marB="36000" anchor="ctr">
                    <a:solidFill>
                      <a:srgbClr val="36720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b="1" u="none" strike="noStrike" dirty="0">
                          <a:solidFill>
                            <a:schemeClr val="bg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Mol. Wt.</a:t>
                      </a:r>
                      <a:endParaRPr lang="en-US" sz="1200" b="1" i="0" u="none" strike="noStrike" dirty="0">
                        <a:solidFill>
                          <a:schemeClr val="bg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72000" marR="18000" marT="36000" marB="36000" anchor="ctr">
                    <a:solidFill>
                      <a:srgbClr val="36720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1" u="none" strike="noStrike" dirty="0">
                          <a:solidFill>
                            <a:schemeClr val="bg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Main Chemical Bonds</a:t>
                      </a:r>
                      <a:endParaRPr lang="en-US" sz="1200" b="1" i="0" u="none" strike="noStrike" dirty="0">
                        <a:solidFill>
                          <a:schemeClr val="bg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72000" marR="18000" marT="36000" marB="36000" anchor="ctr">
                    <a:solidFill>
                      <a:srgbClr val="36720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b="1" u="none" strike="noStrike" dirty="0">
                          <a:solidFill>
                            <a:schemeClr val="bg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Bond Energies (kJ/mol)</a:t>
                      </a:r>
                      <a:endParaRPr lang="en-US" sz="1200" b="1" i="0" u="none" strike="noStrike" dirty="0">
                        <a:solidFill>
                          <a:schemeClr val="bg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72000" marR="18000" marT="36000" marB="36000" anchor="ctr">
                    <a:solidFill>
                      <a:srgbClr val="36720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End Products</a:t>
                      </a:r>
                    </a:p>
                  </a:txBody>
                  <a:tcPr marL="72000" marR="18000" marT="36000" marB="36000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5397455"/>
                  </a:ext>
                </a:extLst>
              </a:tr>
              <a:tr h="527762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Ammonia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72000" marR="18000" marT="36000" marB="3600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NH</a:t>
                      </a:r>
                      <a:r>
                        <a:rPr lang="en-US" sz="1200" u="none" strike="noStrike" baseline="-2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3</a:t>
                      </a:r>
                      <a:endParaRPr lang="en-US" sz="1200" b="0" i="0" u="none" strike="noStrike" baseline="-22000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72000" marR="18000" marT="36000" marB="3600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17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72000" marR="18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H-N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72000" marR="18000" marT="36000" marB="3600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389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72000" marR="18000" marT="36000" marB="3600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H</a:t>
                      </a:r>
                      <a:r>
                        <a:rPr lang="en-US" sz="1200" u="none" strike="noStrike" kern="1200" baseline="-2200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2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O, N</a:t>
                      </a:r>
                      <a:r>
                        <a:rPr lang="en-US" sz="1200" u="none" strike="noStrike" kern="1200" baseline="-2200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2</a:t>
                      </a:r>
                    </a:p>
                  </a:txBody>
                  <a:tcPr marL="72000" marR="18000" marT="36000" marB="36000" anchor="ctr"/>
                </a:tc>
                <a:extLst>
                  <a:ext uri="{0D108BD9-81ED-4DB2-BD59-A6C34878D82A}">
                    <a16:rowId xmlns:a16="http://schemas.microsoft.com/office/drawing/2014/main" val="677590380"/>
                  </a:ext>
                </a:extLst>
              </a:tr>
              <a:tr h="527762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Aniline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72000" marR="18000" marT="36000" marB="36000" anchor="ctr">
                    <a:solidFill>
                      <a:schemeClr val="bg2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kern="120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C</a:t>
                      </a:r>
                      <a:r>
                        <a:rPr lang="en-US" sz="1200" u="none" strike="noStrike" kern="1200" baseline="-2200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6</a:t>
                      </a:r>
                      <a:r>
                        <a:rPr lang="en-US" sz="1200" u="none" strike="noStrike" kern="120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H</a:t>
                      </a:r>
                      <a:r>
                        <a:rPr lang="en-US" sz="1200" u="none" strike="noStrike" kern="1200" baseline="-2200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5</a:t>
                      </a:r>
                      <a:r>
                        <a:rPr lang="en-US" sz="1200" u="none" strike="noStrike" kern="120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NH</a:t>
                      </a:r>
                      <a:r>
                        <a:rPr lang="en-US" sz="1200" u="none" strike="noStrike" kern="1200" baseline="-2200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2</a:t>
                      </a:r>
                    </a:p>
                  </a:txBody>
                  <a:tcPr marL="72000" marR="18000" marT="36000" marB="36000" anchor="ctr">
                    <a:solidFill>
                      <a:schemeClr val="bg2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93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72000" marR="18000" marT="36000" marB="36000" anchor="ctr">
                    <a:solidFill>
                      <a:schemeClr val="bg2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l-GR" sz="1200" u="none" strike="noStrike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ϖ</a:t>
                      </a:r>
                      <a:r>
                        <a:rPr lang="en-US" sz="1200" u="none" strike="noStrike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 </a:t>
                      </a:r>
                      <a:r>
                        <a:rPr lang="pt-BR" sz="1200" u="none" strike="noStrike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bond, C-H, </a:t>
                      </a:r>
                    </a:p>
                    <a:p>
                      <a:pPr algn="l" fontAlgn="b"/>
                      <a:r>
                        <a:rPr lang="pt-BR" sz="1200" u="none" strike="noStrike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N-H, C-C</a:t>
                      </a:r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72000" marR="18000" marT="36000" marB="36000" anchor="ctr">
                    <a:solidFill>
                      <a:schemeClr val="bg2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&lt;611,414,389,332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72000" marR="18000" marT="36000" marB="36000" anchor="ctr">
                    <a:solidFill>
                      <a:schemeClr val="bg2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H</a:t>
                      </a:r>
                      <a:r>
                        <a:rPr lang="en-US" sz="1200" u="none" strike="noStrike" kern="1200" baseline="-2200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2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O, CO</a:t>
                      </a:r>
                      <a:r>
                        <a:rPr lang="en-US" sz="1200" u="none" strike="noStrike" kern="1200" baseline="-2200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2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, N</a:t>
                      </a:r>
                      <a:r>
                        <a:rPr lang="en-US" sz="1200" u="none" strike="noStrike" kern="1200" baseline="-2200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2</a:t>
                      </a:r>
                    </a:p>
                  </a:txBody>
                  <a:tcPr marL="72000" marR="18000" marT="36000" marB="36000" anchor="ctr">
                    <a:solidFill>
                      <a:schemeClr val="accent6">
                        <a:lumMod val="40000"/>
                        <a:lumOff val="60000"/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0811191"/>
                  </a:ext>
                </a:extLst>
              </a:tr>
              <a:tr h="527762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Benzene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72000" marR="18000" marT="36000" marB="3600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C</a:t>
                      </a:r>
                      <a:r>
                        <a:rPr lang="en-US" sz="1200" u="none" strike="noStrike" kern="1200" baseline="-2200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6</a:t>
                      </a:r>
                      <a:r>
                        <a:rPr lang="en-US" sz="12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H</a:t>
                      </a:r>
                      <a:r>
                        <a:rPr lang="en-US" sz="1200" u="none" strike="noStrike" kern="1200" baseline="-2200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6</a:t>
                      </a:r>
                    </a:p>
                  </a:txBody>
                  <a:tcPr marL="72000" marR="18000" marT="36000" marB="3600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78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72000" marR="18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l-GR" sz="12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ϖ</a:t>
                      </a:r>
                      <a:r>
                        <a:rPr lang="en-US" sz="12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 bond, C-H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72000" marR="18000" marT="36000" marB="3600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&lt;611,414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72000" marR="18000" marT="36000" marB="3600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H</a:t>
                      </a:r>
                      <a:r>
                        <a:rPr lang="en-US" sz="1200" u="none" strike="noStrike" kern="1200" baseline="-2200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2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O, CO</a:t>
                      </a:r>
                      <a:r>
                        <a:rPr lang="en-US" sz="1200" u="none" strike="noStrike" kern="1200" baseline="-2200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2</a:t>
                      </a:r>
                    </a:p>
                  </a:txBody>
                  <a:tcPr marL="72000" marR="18000" marT="36000" marB="36000" anchor="ctr"/>
                </a:tc>
                <a:extLst>
                  <a:ext uri="{0D108BD9-81ED-4DB2-BD59-A6C34878D82A}">
                    <a16:rowId xmlns:a16="http://schemas.microsoft.com/office/drawing/2014/main" val="859538332"/>
                  </a:ext>
                </a:extLst>
              </a:tr>
              <a:tr h="527762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Dimethyl disulfide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72000" marR="18000" marT="36000" marB="36000" anchor="ctr">
                    <a:solidFill>
                      <a:schemeClr val="bg2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C</a:t>
                      </a:r>
                      <a:r>
                        <a:rPr lang="en-US" sz="1200" u="none" strike="noStrike" kern="1200" baseline="-2200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2</a:t>
                      </a:r>
                      <a:r>
                        <a:rPr lang="en-US" sz="1200" u="none" strike="noStrike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H</a:t>
                      </a:r>
                      <a:r>
                        <a:rPr lang="en-US" sz="1200" u="none" strike="noStrike" kern="1200" baseline="-2200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6</a:t>
                      </a:r>
                      <a:r>
                        <a:rPr lang="en-US" sz="1200" u="none" strike="noStrike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S</a:t>
                      </a:r>
                      <a:r>
                        <a:rPr lang="en-US" sz="1200" u="none" strike="noStrike" kern="1200" baseline="-2200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2</a:t>
                      </a:r>
                    </a:p>
                  </a:txBody>
                  <a:tcPr marL="72000" marR="18000" marT="36000" marB="36000" anchor="ctr">
                    <a:solidFill>
                      <a:schemeClr val="bg2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94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72000" marR="18000" marT="36000" marB="36000" anchor="ctr">
                    <a:solidFill>
                      <a:schemeClr val="bg2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S-S, H-S,  S-C, C-H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72000" marR="18000" marT="36000" marB="36000" anchor="ctr">
                    <a:solidFill>
                      <a:schemeClr val="bg2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268,339,268,414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72000" marR="18000" marT="36000" marB="36000" anchor="ctr">
                    <a:solidFill>
                      <a:schemeClr val="bg2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H</a:t>
                      </a:r>
                      <a:r>
                        <a:rPr lang="en-US" sz="1200" u="none" strike="noStrike" kern="1200" baseline="-2200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2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O, CO</a:t>
                      </a:r>
                      <a:r>
                        <a:rPr lang="en-US" sz="1200" u="none" strike="noStrike" kern="1200" baseline="-2200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2, 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SO</a:t>
                      </a:r>
                      <a:r>
                        <a:rPr lang="en-US" sz="1200" u="none" strike="noStrike" kern="1200" baseline="-2200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4</a:t>
                      </a:r>
                      <a:r>
                        <a:rPr lang="en-US" sz="1200" b="0" i="0" u="none" strike="noStrike" baseline="40000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2-</a:t>
                      </a:r>
                    </a:p>
                  </a:txBody>
                  <a:tcPr marL="72000" marR="18000" marT="36000" marB="36000" anchor="ctr">
                    <a:solidFill>
                      <a:schemeClr val="accent6">
                        <a:lumMod val="40000"/>
                        <a:lumOff val="60000"/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6612056"/>
                  </a:ext>
                </a:extLst>
              </a:tr>
              <a:tr h="527762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Ethyl acetate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72000" marR="18000" marT="36000" marB="3600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C</a:t>
                      </a:r>
                      <a:r>
                        <a:rPr lang="en-US" sz="1200" u="none" strike="noStrike" kern="1200" baseline="-2200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4</a:t>
                      </a:r>
                      <a:r>
                        <a:rPr lang="en-US" sz="12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H</a:t>
                      </a:r>
                      <a:r>
                        <a:rPr lang="en-US" sz="1200" u="none" strike="noStrike" kern="1200" baseline="-2200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8</a:t>
                      </a:r>
                      <a:r>
                        <a:rPr lang="en-US" sz="12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O</a:t>
                      </a:r>
                      <a:r>
                        <a:rPr lang="en-US" sz="1200" u="none" strike="noStrike" kern="1200" baseline="-2200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2</a:t>
                      </a:r>
                    </a:p>
                  </a:txBody>
                  <a:tcPr marL="72000" marR="18000" marT="36000" marB="3600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88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72000" marR="18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2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C-H, C-O, C=O, C-C</a:t>
                      </a:r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72000" marR="18000" marT="36000" marB="3600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414,326,728,332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72000" marR="18000" marT="36000" marB="3600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H</a:t>
                      </a:r>
                      <a:r>
                        <a:rPr lang="en-US" sz="1200" u="none" strike="noStrike" kern="1200" baseline="-2200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2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O, CO</a:t>
                      </a:r>
                      <a:r>
                        <a:rPr lang="en-US" sz="1200" u="none" strike="noStrike" kern="1200" baseline="-2200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2</a:t>
                      </a:r>
                    </a:p>
                  </a:txBody>
                  <a:tcPr marL="72000" marR="18000" marT="36000" marB="36000" anchor="ctr"/>
                </a:tc>
                <a:extLst>
                  <a:ext uri="{0D108BD9-81ED-4DB2-BD59-A6C34878D82A}">
                    <a16:rowId xmlns:a16="http://schemas.microsoft.com/office/drawing/2014/main" val="3854158328"/>
                  </a:ext>
                </a:extLst>
              </a:tr>
              <a:tr h="527762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Ethylene oxide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72000" marR="18000" marT="36000" marB="36000" anchor="ctr">
                    <a:solidFill>
                      <a:schemeClr val="bg2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C</a:t>
                      </a:r>
                      <a:r>
                        <a:rPr lang="en-US" sz="1200" u="none" strike="noStrike" kern="1200" baseline="-2200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2</a:t>
                      </a:r>
                      <a:r>
                        <a:rPr lang="en-US" sz="12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H</a:t>
                      </a:r>
                      <a:r>
                        <a:rPr lang="en-US" sz="1200" u="none" strike="noStrike" kern="1200" baseline="-2200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4</a:t>
                      </a:r>
                      <a:r>
                        <a:rPr lang="en-US" sz="12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O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72000" marR="18000" marT="36000" marB="36000" anchor="ctr">
                    <a:solidFill>
                      <a:schemeClr val="bg2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44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72000" marR="18000" marT="36000" marB="36000" anchor="ctr">
                    <a:solidFill>
                      <a:schemeClr val="bg2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C=C, C-O, C-H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72000" marR="18000" marT="36000" marB="36000" anchor="ctr">
                    <a:solidFill>
                      <a:schemeClr val="bg2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611,326,414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72000" marR="18000" marT="36000" marB="36000" anchor="ctr">
                    <a:solidFill>
                      <a:schemeClr val="bg2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H</a:t>
                      </a:r>
                      <a:r>
                        <a:rPr lang="en-US" sz="1200" u="none" strike="noStrike" kern="1200" baseline="-2200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2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O, CO</a:t>
                      </a:r>
                      <a:r>
                        <a:rPr lang="en-US" sz="1200" u="none" strike="noStrike" kern="1200" baseline="-2200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2</a:t>
                      </a:r>
                    </a:p>
                  </a:txBody>
                  <a:tcPr marL="72000" marR="18000" marT="36000" marB="36000" anchor="ctr">
                    <a:solidFill>
                      <a:schemeClr val="accent6">
                        <a:lumMod val="40000"/>
                        <a:lumOff val="60000"/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5557717"/>
                  </a:ext>
                </a:extLst>
              </a:tr>
              <a:tr h="527762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Hydrogen Sulfide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72000" marR="18000" marT="36000" marB="3600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H</a:t>
                      </a:r>
                      <a:r>
                        <a:rPr lang="en-US" sz="1200" u="none" strike="noStrike" kern="1200" baseline="-2200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2</a:t>
                      </a:r>
                      <a:r>
                        <a:rPr lang="en-US" sz="12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S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72000" marR="18000" marT="36000" marB="3600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34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72000" marR="18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H-S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72000" marR="18000" marT="36000" marB="3600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339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72000" marR="18000" marT="36000" marB="3600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H</a:t>
                      </a:r>
                      <a:r>
                        <a:rPr lang="en-US" sz="1200" u="none" strike="noStrike" kern="1200" baseline="-2200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2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O, SO</a:t>
                      </a:r>
                      <a:r>
                        <a:rPr lang="en-US" sz="1200" u="none" strike="noStrike" kern="1200" baseline="-2200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4</a:t>
                      </a:r>
                      <a:r>
                        <a:rPr lang="en-US" sz="1200" b="0" i="0" u="none" strike="noStrike" baseline="40000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2-</a:t>
                      </a:r>
                    </a:p>
                  </a:txBody>
                  <a:tcPr marL="72000" marR="18000" marT="36000" marB="36000" anchor="ctr"/>
                </a:tc>
                <a:extLst>
                  <a:ext uri="{0D108BD9-81ED-4DB2-BD59-A6C34878D82A}">
                    <a16:rowId xmlns:a16="http://schemas.microsoft.com/office/drawing/2014/main" val="229368113"/>
                  </a:ext>
                </a:extLst>
              </a:tr>
              <a:tr h="527762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Methanol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72000" marR="18000" marT="36000" marB="36000" anchor="ctr">
                    <a:solidFill>
                      <a:schemeClr val="bg2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CH</a:t>
                      </a:r>
                      <a:r>
                        <a:rPr lang="en-US" sz="1200" u="none" strike="noStrike" kern="1200" baseline="-2200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3</a:t>
                      </a:r>
                      <a:r>
                        <a:rPr lang="en-US" sz="12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OH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72000" marR="18000" marT="36000" marB="36000" anchor="ctr">
                    <a:solidFill>
                      <a:schemeClr val="bg2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32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72000" marR="18000" marT="36000" marB="36000" anchor="ctr">
                    <a:solidFill>
                      <a:schemeClr val="bg2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C-H, C-O, H-O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72000" marR="18000" marT="36000" marB="36000" anchor="ctr">
                    <a:solidFill>
                      <a:schemeClr val="bg2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414,326,464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72000" marR="18000" marT="36000" marB="36000" anchor="ctr">
                    <a:solidFill>
                      <a:schemeClr val="bg2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H</a:t>
                      </a:r>
                      <a:r>
                        <a:rPr lang="en-US" sz="1200" u="none" strike="noStrike" kern="1200" baseline="-2200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2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O</a:t>
                      </a:r>
                      <a:r>
                        <a:rPr lang="en-US" sz="1200" u="none" strike="noStrike" kern="1200" baseline="-2200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,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 CO</a:t>
                      </a:r>
                      <a:r>
                        <a:rPr lang="en-US" sz="1200" u="none" strike="noStrike" kern="1200" baseline="-2200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2</a:t>
                      </a:r>
                    </a:p>
                  </a:txBody>
                  <a:tcPr marL="72000" marR="18000" marT="36000" marB="36000" anchor="ctr">
                    <a:solidFill>
                      <a:schemeClr val="accent6">
                        <a:lumMod val="40000"/>
                        <a:lumOff val="60000"/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1473936"/>
                  </a:ext>
                </a:extLst>
              </a:tr>
            </a:tbl>
          </a:graphicData>
        </a:graphic>
      </p:graphicFrame>
      <p:grpSp>
        <p:nvGrpSpPr>
          <p:cNvPr id="2" name="Group 1">
            <a:extLst>
              <a:ext uri="{FF2B5EF4-FFF2-40B4-BE49-F238E27FC236}">
                <a16:creationId xmlns:a16="http://schemas.microsoft.com/office/drawing/2014/main" id="{5FCF65AD-2834-61CE-C64A-772DD59B9005}"/>
              </a:ext>
            </a:extLst>
          </p:cNvPr>
          <p:cNvGrpSpPr/>
          <p:nvPr/>
        </p:nvGrpSpPr>
        <p:grpSpPr>
          <a:xfrm>
            <a:off x="0" y="180038"/>
            <a:ext cx="9036050" cy="2067623"/>
            <a:chOff x="0" y="180038"/>
            <a:chExt cx="9036050" cy="2067623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545D8A94-8036-E064-F1A3-1EA013683CE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180038"/>
              <a:ext cx="9036050" cy="1773045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8931CE8C-171F-8E3F-19BE-C27EFB616A2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2700" y="1889583"/>
              <a:ext cx="6565900" cy="35807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7258323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4039F4-A427-966D-1D02-AA8EE0B6ED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B96AB0B0-E6EA-6A20-9796-9B825CED2E6C}"/>
              </a:ext>
            </a:extLst>
          </p:cNvPr>
          <p:cNvSpPr txBox="1"/>
          <p:nvPr/>
        </p:nvSpPr>
        <p:spPr>
          <a:xfrm>
            <a:off x="441898" y="2631276"/>
            <a:ext cx="58547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accent6">
                    <a:lumMod val="75000"/>
                  </a:schemeClr>
                </a:solidFill>
                <a:latin typeface="Myriad Pro Light" panose="020B0403030403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Astra vs Conventional Technology</a:t>
            </a:r>
            <a:endParaRPr lang="en-US" sz="1400" b="1" dirty="0">
              <a:latin typeface="Myriad Pro Light" panose="020B040303040302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E0F84F6-431A-1CF9-371F-F9154C8BD2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6996117"/>
              </p:ext>
            </p:extLst>
          </p:nvPr>
        </p:nvGraphicFramePr>
        <p:xfrm>
          <a:off x="456412" y="3178763"/>
          <a:ext cx="8291206" cy="4420968"/>
        </p:xfrm>
        <a:graphic>
          <a:graphicData uri="http://schemas.openxmlformats.org/drawingml/2006/table">
            <a:tbl>
              <a:tblPr bandRow="1"/>
              <a:tblGrid>
                <a:gridCol w="1626705">
                  <a:extLst>
                    <a:ext uri="{9D8B030D-6E8A-4147-A177-3AD203B41FA5}">
                      <a16:colId xmlns:a16="http://schemas.microsoft.com/office/drawing/2014/main" val="3590824201"/>
                    </a:ext>
                  </a:extLst>
                </a:gridCol>
                <a:gridCol w="3612409">
                  <a:extLst>
                    <a:ext uri="{9D8B030D-6E8A-4147-A177-3AD203B41FA5}">
                      <a16:colId xmlns:a16="http://schemas.microsoft.com/office/drawing/2014/main" val="3226480201"/>
                    </a:ext>
                  </a:extLst>
                </a:gridCol>
                <a:gridCol w="3052092">
                  <a:extLst>
                    <a:ext uri="{9D8B030D-6E8A-4147-A177-3AD203B41FA5}">
                      <a16:colId xmlns:a16="http://schemas.microsoft.com/office/drawing/2014/main" val="936823329"/>
                    </a:ext>
                  </a:extLst>
                </a:gridCol>
              </a:tblGrid>
              <a:tr h="456361">
                <a:tc>
                  <a:txBody>
                    <a:bodyPr/>
                    <a:lstStyle>
                      <a:lvl1pPr marL="0" algn="l" defTabSz="903610" rtl="0" eaLnBrk="1" latinLnBrk="0" hangingPunct="1">
                        <a:defRPr sz="177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1805" algn="l" defTabSz="903610" rtl="0" eaLnBrk="1" latinLnBrk="0" hangingPunct="1">
                        <a:defRPr sz="177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03610" algn="l" defTabSz="903610" rtl="0" eaLnBrk="1" latinLnBrk="0" hangingPunct="1">
                        <a:defRPr sz="177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55415" algn="l" defTabSz="903610" rtl="0" eaLnBrk="1" latinLnBrk="0" hangingPunct="1">
                        <a:defRPr sz="177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07220" algn="l" defTabSz="903610" rtl="0" eaLnBrk="1" latinLnBrk="0" hangingPunct="1">
                        <a:defRPr sz="177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59025" algn="l" defTabSz="903610" rtl="0" eaLnBrk="1" latinLnBrk="0" hangingPunct="1">
                        <a:defRPr sz="177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10830" algn="l" defTabSz="903610" rtl="0" eaLnBrk="1" latinLnBrk="0" hangingPunct="1">
                        <a:defRPr sz="177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162635" algn="l" defTabSz="903610" rtl="0" eaLnBrk="1" latinLnBrk="0" hangingPunct="1">
                        <a:defRPr sz="177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14440" algn="l" defTabSz="903610" rtl="0" eaLnBrk="1" latinLnBrk="0" hangingPunct="1">
                        <a:defRPr sz="177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algn="l" rtl="0" eaLnBrk="1" latinLnBrk="0" hangingPunct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100" dirty="0">
                          <a:solidFill>
                            <a:schemeClr val="bg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Feature</a:t>
                      </a:r>
                      <a:endParaRPr lang="en-US" b="1" dirty="0">
                        <a:solidFill>
                          <a:schemeClr val="bg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Times New Roman"/>
                      </a:endParaRPr>
                    </a:p>
                  </a:txBody>
                  <a:tcPr marL="72000" marR="72000" marT="36000" marB="36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6720F"/>
                    </a:solidFill>
                  </a:tcPr>
                </a:tc>
                <a:tc>
                  <a:txBody>
                    <a:bodyPr/>
                    <a:lstStyle>
                      <a:lvl1pPr marL="0" algn="l" defTabSz="903610" rtl="0" eaLnBrk="1" latinLnBrk="0" hangingPunct="1">
                        <a:defRPr sz="177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1805" algn="l" defTabSz="903610" rtl="0" eaLnBrk="1" latinLnBrk="0" hangingPunct="1">
                        <a:defRPr sz="177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03610" algn="l" defTabSz="903610" rtl="0" eaLnBrk="1" latinLnBrk="0" hangingPunct="1">
                        <a:defRPr sz="177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55415" algn="l" defTabSz="903610" rtl="0" eaLnBrk="1" latinLnBrk="0" hangingPunct="1">
                        <a:defRPr sz="177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07220" algn="l" defTabSz="903610" rtl="0" eaLnBrk="1" latinLnBrk="0" hangingPunct="1">
                        <a:defRPr sz="177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59025" algn="l" defTabSz="903610" rtl="0" eaLnBrk="1" latinLnBrk="0" hangingPunct="1">
                        <a:defRPr sz="177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10830" algn="l" defTabSz="903610" rtl="0" eaLnBrk="1" latinLnBrk="0" hangingPunct="1">
                        <a:defRPr sz="177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162635" algn="l" defTabSz="903610" rtl="0" eaLnBrk="1" latinLnBrk="0" hangingPunct="1">
                        <a:defRPr sz="177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14440" algn="l" defTabSz="903610" rtl="0" eaLnBrk="1" latinLnBrk="0" hangingPunct="1">
                        <a:defRPr sz="177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algn="l" rtl="0" eaLnBrk="1" latinLnBrk="0" hangingPunct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100" dirty="0">
                          <a:solidFill>
                            <a:schemeClr val="bg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Thermal Oxidation</a:t>
                      </a:r>
                      <a:endParaRPr lang="en-US" b="1" dirty="0">
                        <a:solidFill>
                          <a:schemeClr val="bg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Times New Roman"/>
                      </a:endParaRPr>
                    </a:p>
                  </a:txBody>
                  <a:tcPr marL="72000" marR="72000" marT="36000" marB="36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6720F"/>
                    </a:solidFill>
                  </a:tcPr>
                </a:tc>
                <a:tc>
                  <a:txBody>
                    <a:bodyPr/>
                    <a:lstStyle>
                      <a:lvl1pPr marL="0" algn="l" defTabSz="903610" rtl="0" eaLnBrk="1" latinLnBrk="0" hangingPunct="1">
                        <a:defRPr sz="177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1805" algn="l" defTabSz="903610" rtl="0" eaLnBrk="1" latinLnBrk="0" hangingPunct="1">
                        <a:defRPr sz="177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03610" algn="l" defTabSz="903610" rtl="0" eaLnBrk="1" latinLnBrk="0" hangingPunct="1">
                        <a:defRPr sz="177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55415" algn="l" defTabSz="903610" rtl="0" eaLnBrk="1" latinLnBrk="0" hangingPunct="1">
                        <a:defRPr sz="177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07220" algn="l" defTabSz="903610" rtl="0" eaLnBrk="1" latinLnBrk="0" hangingPunct="1">
                        <a:defRPr sz="177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59025" algn="l" defTabSz="903610" rtl="0" eaLnBrk="1" latinLnBrk="0" hangingPunct="1">
                        <a:defRPr sz="177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10830" algn="l" defTabSz="903610" rtl="0" eaLnBrk="1" latinLnBrk="0" hangingPunct="1">
                        <a:defRPr sz="177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162635" algn="l" defTabSz="903610" rtl="0" eaLnBrk="1" latinLnBrk="0" hangingPunct="1">
                        <a:defRPr sz="177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14440" algn="l" defTabSz="903610" rtl="0" eaLnBrk="1" latinLnBrk="0" hangingPunct="1">
                        <a:defRPr sz="177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algn="l" rtl="0" eaLnBrk="1" latinLnBrk="0" hangingPunct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100" dirty="0">
                          <a:solidFill>
                            <a:schemeClr val="bg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VUV Technology</a:t>
                      </a:r>
                    </a:p>
                  </a:txBody>
                  <a:tcPr marL="72000" marR="72000" marT="36000" marB="36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6720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6606346"/>
                  </a:ext>
                </a:extLst>
              </a:tr>
              <a:tr h="500871">
                <a:tc>
                  <a:txBody>
                    <a:bodyPr/>
                    <a:lstStyle>
                      <a:lvl1pPr marL="0" algn="l" defTabSz="903610" rtl="0" eaLnBrk="1" latinLnBrk="0" hangingPunct="1">
                        <a:defRPr sz="177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1805" algn="l" defTabSz="903610" rtl="0" eaLnBrk="1" latinLnBrk="0" hangingPunct="1">
                        <a:defRPr sz="177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03610" algn="l" defTabSz="903610" rtl="0" eaLnBrk="1" latinLnBrk="0" hangingPunct="1">
                        <a:defRPr sz="177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55415" algn="l" defTabSz="903610" rtl="0" eaLnBrk="1" latinLnBrk="0" hangingPunct="1">
                        <a:defRPr sz="177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07220" algn="l" defTabSz="903610" rtl="0" eaLnBrk="1" latinLnBrk="0" hangingPunct="1">
                        <a:defRPr sz="177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59025" algn="l" defTabSz="903610" rtl="0" eaLnBrk="1" latinLnBrk="0" hangingPunct="1">
                        <a:defRPr sz="177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10830" algn="l" defTabSz="903610" rtl="0" eaLnBrk="1" latinLnBrk="0" hangingPunct="1">
                        <a:defRPr sz="177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162635" algn="l" defTabSz="903610" rtl="0" eaLnBrk="1" latinLnBrk="0" hangingPunct="1">
                        <a:defRPr sz="177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14440" algn="l" defTabSz="903610" rtl="0" eaLnBrk="1" latinLnBrk="0" hangingPunct="1">
                        <a:defRPr sz="177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algn="l" rtl="0" eaLnBrk="1" latinLnBrk="0" hangingPunct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/>
                        </a:rPr>
                        <a:t>Working Principle</a:t>
                      </a:r>
                    </a:p>
                  </a:txBody>
                  <a:tcPr marL="72000" marR="72000" marT="36000" marB="36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>
                      <a:lvl1pPr marL="0" algn="l" defTabSz="903610" rtl="0" eaLnBrk="1" latinLnBrk="0" hangingPunct="1">
                        <a:defRPr sz="177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1805" algn="l" defTabSz="903610" rtl="0" eaLnBrk="1" latinLnBrk="0" hangingPunct="1">
                        <a:defRPr sz="177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03610" algn="l" defTabSz="903610" rtl="0" eaLnBrk="1" latinLnBrk="0" hangingPunct="1">
                        <a:defRPr sz="177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55415" algn="l" defTabSz="903610" rtl="0" eaLnBrk="1" latinLnBrk="0" hangingPunct="1">
                        <a:defRPr sz="177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07220" algn="l" defTabSz="903610" rtl="0" eaLnBrk="1" latinLnBrk="0" hangingPunct="1">
                        <a:defRPr sz="177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59025" algn="l" defTabSz="903610" rtl="0" eaLnBrk="1" latinLnBrk="0" hangingPunct="1">
                        <a:defRPr sz="177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10830" algn="l" defTabSz="903610" rtl="0" eaLnBrk="1" latinLnBrk="0" hangingPunct="1">
                        <a:defRPr sz="177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162635" algn="l" defTabSz="903610" rtl="0" eaLnBrk="1" latinLnBrk="0" hangingPunct="1">
                        <a:defRPr sz="177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14440" algn="l" defTabSz="903610" rtl="0" eaLnBrk="1" latinLnBrk="0" hangingPunct="1">
                        <a:defRPr sz="177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algn="l" rtl="0" eaLnBrk="1" latinLnBrk="0" hangingPunct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/>
                        </a:rPr>
                        <a:t>High-temperature thermal oxidation (~760°C+) </a:t>
                      </a:r>
                    </a:p>
                  </a:txBody>
                  <a:tcPr marL="72000" marR="72000" marT="36000" marB="36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>
                      <a:lvl1pPr marL="0" algn="l" defTabSz="903610" rtl="0" eaLnBrk="1" latinLnBrk="0" hangingPunct="1">
                        <a:defRPr sz="177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1805" algn="l" defTabSz="903610" rtl="0" eaLnBrk="1" latinLnBrk="0" hangingPunct="1">
                        <a:defRPr sz="177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03610" algn="l" defTabSz="903610" rtl="0" eaLnBrk="1" latinLnBrk="0" hangingPunct="1">
                        <a:defRPr sz="177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55415" algn="l" defTabSz="903610" rtl="0" eaLnBrk="1" latinLnBrk="0" hangingPunct="1">
                        <a:defRPr sz="177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07220" algn="l" defTabSz="903610" rtl="0" eaLnBrk="1" latinLnBrk="0" hangingPunct="1">
                        <a:defRPr sz="177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59025" algn="l" defTabSz="903610" rtl="0" eaLnBrk="1" latinLnBrk="0" hangingPunct="1">
                        <a:defRPr sz="177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10830" algn="l" defTabSz="903610" rtl="0" eaLnBrk="1" latinLnBrk="0" hangingPunct="1">
                        <a:defRPr sz="177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162635" algn="l" defTabSz="903610" rtl="0" eaLnBrk="1" latinLnBrk="0" hangingPunct="1">
                        <a:defRPr sz="177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14440" algn="l" defTabSz="903610" rtl="0" eaLnBrk="1" latinLnBrk="0" hangingPunct="1">
                        <a:defRPr sz="177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algn="l" rtl="0" eaLnBrk="1" latinLnBrk="0" hangingPunct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/>
                        </a:rPr>
                        <a:t>Microwave &amp; Ultraviolet (VUV) at room temperature</a:t>
                      </a:r>
                    </a:p>
                  </a:txBody>
                  <a:tcPr marL="72000" marR="72000" marT="36000" marB="36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6627668"/>
                  </a:ext>
                </a:extLst>
              </a:tr>
              <a:tr h="500871">
                <a:tc>
                  <a:txBody>
                    <a:bodyPr/>
                    <a:lstStyle>
                      <a:lvl1pPr marL="0" algn="l" defTabSz="903610" rtl="0" eaLnBrk="1" latinLnBrk="0" hangingPunct="1">
                        <a:defRPr sz="177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1805" algn="l" defTabSz="903610" rtl="0" eaLnBrk="1" latinLnBrk="0" hangingPunct="1">
                        <a:defRPr sz="177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03610" algn="l" defTabSz="903610" rtl="0" eaLnBrk="1" latinLnBrk="0" hangingPunct="1">
                        <a:defRPr sz="177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55415" algn="l" defTabSz="903610" rtl="0" eaLnBrk="1" latinLnBrk="0" hangingPunct="1">
                        <a:defRPr sz="177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07220" algn="l" defTabSz="903610" rtl="0" eaLnBrk="1" latinLnBrk="0" hangingPunct="1">
                        <a:defRPr sz="177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59025" algn="l" defTabSz="903610" rtl="0" eaLnBrk="1" latinLnBrk="0" hangingPunct="1">
                        <a:defRPr sz="177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10830" algn="l" defTabSz="903610" rtl="0" eaLnBrk="1" latinLnBrk="0" hangingPunct="1">
                        <a:defRPr sz="177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162635" algn="l" defTabSz="903610" rtl="0" eaLnBrk="1" latinLnBrk="0" hangingPunct="1">
                        <a:defRPr sz="177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14440" algn="l" defTabSz="903610" rtl="0" eaLnBrk="1" latinLnBrk="0" hangingPunct="1">
                        <a:defRPr sz="177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algn="l" rtl="0" eaLnBrk="1" fontAlgn="base" latinLnBrk="0" hangingPunct="1">
                        <a:lnSpc>
                          <a:spcPts val="2175"/>
                        </a:lnSpc>
                        <a:buNone/>
                      </a:pPr>
                      <a:r>
                        <a:rPr lang="en-US" sz="1200" b="1" kern="120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Pretreatment </a:t>
                      </a:r>
                    </a:p>
                    <a:p>
                      <a:pPr marL="0" algn="l" rtl="0" eaLnBrk="1" fontAlgn="base" latinLnBrk="0" hangingPunct="1">
                        <a:lnSpc>
                          <a:spcPts val="2175"/>
                        </a:lnSpc>
                        <a:buNone/>
                      </a:pPr>
                      <a:r>
                        <a:rPr lang="en-US" sz="1200" b="1" kern="120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Needs</a:t>
                      </a:r>
                      <a:endParaRPr lang="en-US" sz="1200" b="1" dirty="0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72000" marR="72000" marT="36000" marB="36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03610" rtl="0" eaLnBrk="1" latinLnBrk="0" hangingPunct="1">
                        <a:defRPr sz="177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1805" algn="l" defTabSz="903610" rtl="0" eaLnBrk="1" latinLnBrk="0" hangingPunct="1">
                        <a:defRPr sz="177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03610" algn="l" defTabSz="903610" rtl="0" eaLnBrk="1" latinLnBrk="0" hangingPunct="1">
                        <a:defRPr sz="177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55415" algn="l" defTabSz="903610" rtl="0" eaLnBrk="1" latinLnBrk="0" hangingPunct="1">
                        <a:defRPr sz="177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07220" algn="l" defTabSz="903610" rtl="0" eaLnBrk="1" latinLnBrk="0" hangingPunct="1">
                        <a:defRPr sz="177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59025" algn="l" defTabSz="903610" rtl="0" eaLnBrk="1" latinLnBrk="0" hangingPunct="1">
                        <a:defRPr sz="177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10830" algn="l" defTabSz="903610" rtl="0" eaLnBrk="1" latinLnBrk="0" hangingPunct="1">
                        <a:defRPr sz="177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162635" algn="l" defTabSz="903610" rtl="0" eaLnBrk="1" latinLnBrk="0" hangingPunct="1">
                        <a:defRPr sz="177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14440" algn="l" defTabSz="903610" rtl="0" eaLnBrk="1" latinLnBrk="0" hangingPunct="1">
                        <a:defRPr sz="177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algn="l" rtl="0" eaLnBrk="1" fontAlgn="base" latinLnBrk="0" hangingPunct="1">
                        <a:lnSpc>
                          <a:spcPts val="2175"/>
                        </a:lnSpc>
                        <a:buNone/>
                      </a:pPr>
                      <a:r>
                        <a:rPr lang="en-US" sz="1200" b="0" kern="1200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Required for particles &amp; oil</a:t>
                      </a:r>
                      <a:endParaRPr lang="en-US" sz="1200" b="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72000" marR="72000" marT="36000" marB="36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03610" rtl="0" eaLnBrk="1" latinLnBrk="0" hangingPunct="1">
                        <a:defRPr sz="177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1805" algn="l" defTabSz="903610" rtl="0" eaLnBrk="1" latinLnBrk="0" hangingPunct="1">
                        <a:defRPr sz="177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03610" algn="l" defTabSz="903610" rtl="0" eaLnBrk="1" latinLnBrk="0" hangingPunct="1">
                        <a:defRPr sz="177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55415" algn="l" defTabSz="903610" rtl="0" eaLnBrk="1" latinLnBrk="0" hangingPunct="1">
                        <a:defRPr sz="177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07220" algn="l" defTabSz="903610" rtl="0" eaLnBrk="1" latinLnBrk="0" hangingPunct="1">
                        <a:defRPr sz="177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59025" algn="l" defTabSz="903610" rtl="0" eaLnBrk="1" latinLnBrk="0" hangingPunct="1">
                        <a:defRPr sz="177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10830" algn="l" defTabSz="903610" rtl="0" eaLnBrk="1" latinLnBrk="0" hangingPunct="1">
                        <a:defRPr sz="177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162635" algn="l" defTabSz="903610" rtl="0" eaLnBrk="1" latinLnBrk="0" hangingPunct="1">
                        <a:defRPr sz="177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14440" algn="l" defTabSz="903610" rtl="0" eaLnBrk="1" latinLnBrk="0" hangingPunct="1">
                        <a:defRPr sz="177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algn="l" rtl="0" eaLnBrk="1" fontAlgn="base" latinLnBrk="0" hangingPunct="1">
                        <a:lnSpc>
                          <a:spcPts val="2175"/>
                        </a:lnSpc>
                        <a:buNone/>
                      </a:pPr>
                      <a:r>
                        <a:rPr lang="en-US" sz="1200" b="0" kern="1200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Required for particles &amp; oil</a:t>
                      </a:r>
                      <a:endParaRPr lang="en-US" sz="1200" b="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72000" marR="72000" marT="36000" marB="36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0688757"/>
                  </a:ext>
                </a:extLst>
              </a:tr>
              <a:tr h="500871">
                <a:tc>
                  <a:txBody>
                    <a:bodyPr/>
                    <a:lstStyle>
                      <a:lvl1pPr marL="0" algn="l" defTabSz="903610" rtl="0" eaLnBrk="1" latinLnBrk="0" hangingPunct="1">
                        <a:defRPr sz="177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1805" algn="l" defTabSz="903610" rtl="0" eaLnBrk="1" latinLnBrk="0" hangingPunct="1">
                        <a:defRPr sz="177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03610" algn="l" defTabSz="903610" rtl="0" eaLnBrk="1" latinLnBrk="0" hangingPunct="1">
                        <a:defRPr sz="177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55415" algn="l" defTabSz="903610" rtl="0" eaLnBrk="1" latinLnBrk="0" hangingPunct="1">
                        <a:defRPr sz="177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07220" algn="l" defTabSz="903610" rtl="0" eaLnBrk="1" latinLnBrk="0" hangingPunct="1">
                        <a:defRPr sz="177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59025" algn="l" defTabSz="903610" rtl="0" eaLnBrk="1" latinLnBrk="0" hangingPunct="1">
                        <a:defRPr sz="177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10830" algn="l" defTabSz="903610" rtl="0" eaLnBrk="1" latinLnBrk="0" hangingPunct="1">
                        <a:defRPr sz="177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162635" algn="l" defTabSz="903610" rtl="0" eaLnBrk="1" latinLnBrk="0" hangingPunct="1">
                        <a:defRPr sz="177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14440" algn="l" defTabSz="903610" rtl="0" eaLnBrk="1" latinLnBrk="0" hangingPunct="1">
                        <a:defRPr sz="177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algn="l" rtl="0" eaLnBrk="1" fontAlgn="base" latinLnBrk="0" hangingPunct="1">
                        <a:lnSpc>
                          <a:spcPts val="2175"/>
                        </a:lnSpc>
                        <a:buNone/>
                      </a:pPr>
                      <a:r>
                        <a:rPr lang="en-US" sz="1200" b="1" kern="120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System </a:t>
                      </a:r>
                    </a:p>
                    <a:p>
                      <a:pPr marL="0" algn="l" rtl="0" eaLnBrk="1" fontAlgn="base" latinLnBrk="0" hangingPunct="1">
                        <a:lnSpc>
                          <a:spcPts val="2175"/>
                        </a:lnSpc>
                        <a:buNone/>
                      </a:pPr>
                      <a:r>
                        <a:rPr lang="en-US" sz="1200" b="1" kern="120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Configuration</a:t>
                      </a:r>
                      <a:endParaRPr lang="en-US" sz="1200" b="1" dirty="0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72000" marR="72000" marT="36000" marB="36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>
                      <a:lvl1pPr marL="0" algn="l" defTabSz="903610" rtl="0" eaLnBrk="1" latinLnBrk="0" hangingPunct="1">
                        <a:defRPr sz="177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1805" algn="l" defTabSz="903610" rtl="0" eaLnBrk="1" latinLnBrk="0" hangingPunct="1">
                        <a:defRPr sz="177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03610" algn="l" defTabSz="903610" rtl="0" eaLnBrk="1" latinLnBrk="0" hangingPunct="1">
                        <a:defRPr sz="177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55415" algn="l" defTabSz="903610" rtl="0" eaLnBrk="1" latinLnBrk="0" hangingPunct="1">
                        <a:defRPr sz="177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07220" algn="l" defTabSz="903610" rtl="0" eaLnBrk="1" latinLnBrk="0" hangingPunct="1">
                        <a:defRPr sz="177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59025" algn="l" defTabSz="903610" rtl="0" eaLnBrk="1" latinLnBrk="0" hangingPunct="1">
                        <a:defRPr sz="177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10830" algn="l" defTabSz="903610" rtl="0" eaLnBrk="1" latinLnBrk="0" hangingPunct="1">
                        <a:defRPr sz="177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162635" algn="l" defTabSz="903610" rtl="0" eaLnBrk="1" latinLnBrk="0" hangingPunct="1">
                        <a:defRPr sz="177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14440" algn="l" defTabSz="903610" rtl="0" eaLnBrk="1" latinLnBrk="0" hangingPunct="1">
                        <a:defRPr sz="177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algn="l" rtl="0" eaLnBrk="1" fontAlgn="base" latinLnBrk="0" hangingPunct="1">
                        <a:lnSpc>
                          <a:spcPts val="2175"/>
                        </a:lnSpc>
                        <a:buNone/>
                      </a:pPr>
                      <a:r>
                        <a:rPr lang="en-US" sz="1200" b="0" kern="1200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Single large unit often preferred for cost-effectiveness</a:t>
                      </a:r>
                      <a:endParaRPr lang="en-US" sz="1200" b="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72000" marR="72000" marT="36000" marB="36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>
                      <a:lvl1pPr marL="0" algn="l" defTabSz="903610" rtl="0" eaLnBrk="1" latinLnBrk="0" hangingPunct="1">
                        <a:defRPr sz="177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1805" algn="l" defTabSz="903610" rtl="0" eaLnBrk="1" latinLnBrk="0" hangingPunct="1">
                        <a:defRPr sz="177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03610" algn="l" defTabSz="903610" rtl="0" eaLnBrk="1" latinLnBrk="0" hangingPunct="1">
                        <a:defRPr sz="177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55415" algn="l" defTabSz="903610" rtl="0" eaLnBrk="1" latinLnBrk="0" hangingPunct="1">
                        <a:defRPr sz="177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07220" algn="l" defTabSz="903610" rtl="0" eaLnBrk="1" latinLnBrk="0" hangingPunct="1">
                        <a:defRPr sz="177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59025" algn="l" defTabSz="903610" rtl="0" eaLnBrk="1" latinLnBrk="0" hangingPunct="1">
                        <a:defRPr sz="177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10830" algn="l" defTabSz="903610" rtl="0" eaLnBrk="1" latinLnBrk="0" hangingPunct="1">
                        <a:defRPr sz="177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162635" algn="l" defTabSz="903610" rtl="0" eaLnBrk="1" latinLnBrk="0" hangingPunct="1">
                        <a:defRPr sz="177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14440" algn="l" defTabSz="903610" rtl="0" eaLnBrk="1" latinLnBrk="0" hangingPunct="1">
                        <a:defRPr sz="177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algn="l" rtl="0" eaLnBrk="1" fontAlgn="base" latinLnBrk="0" hangingPunct="1">
                        <a:lnSpc>
                          <a:spcPts val="2175"/>
                        </a:lnSpc>
                        <a:buNone/>
                      </a:pPr>
                      <a:r>
                        <a:rPr lang="en-US" sz="1200" b="0" kern="120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Highly flexible; single unit or multiple modules possible</a:t>
                      </a:r>
                      <a:endParaRPr lang="en-US" sz="1200" b="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72000" marR="72000" marT="36000" marB="36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0446094"/>
                  </a:ext>
                </a:extLst>
              </a:tr>
              <a:tr h="500871">
                <a:tc>
                  <a:txBody>
                    <a:bodyPr/>
                    <a:lstStyle>
                      <a:lvl1pPr marL="0" algn="l" defTabSz="903610" rtl="0" eaLnBrk="1" latinLnBrk="0" hangingPunct="1">
                        <a:defRPr sz="177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1805" algn="l" defTabSz="903610" rtl="0" eaLnBrk="1" latinLnBrk="0" hangingPunct="1">
                        <a:defRPr sz="177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03610" algn="l" defTabSz="903610" rtl="0" eaLnBrk="1" latinLnBrk="0" hangingPunct="1">
                        <a:defRPr sz="177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55415" algn="l" defTabSz="903610" rtl="0" eaLnBrk="1" latinLnBrk="0" hangingPunct="1">
                        <a:defRPr sz="177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07220" algn="l" defTabSz="903610" rtl="0" eaLnBrk="1" latinLnBrk="0" hangingPunct="1">
                        <a:defRPr sz="177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59025" algn="l" defTabSz="903610" rtl="0" eaLnBrk="1" latinLnBrk="0" hangingPunct="1">
                        <a:defRPr sz="177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10830" algn="l" defTabSz="903610" rtl="0" eaLnBrk="1" latinLnBrk="0" hangingPunct="1">
                        <a:defRPr sz="177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162635" algn="l" defTabSz="903610" rtl="0" eaLnBrk="1" latinLnBrk="0" hangingPunct="1">
                        <a:defRPr sz="177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14440" algn="l" defTabSz="903610" rtl="0" eaLnBrk="1" latinLnBrk="0" hangingPunct="1">
                        <a:defRPr sz="177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algn="l" rtl="0" eaLnBrk="1" fontAlgn="base" latinLnBrk="0" hangingPunct="1">
                        <a:lnSpc>
                          <a:spcPts val="2175"/>
                        </a:lnSpc>
                        <a:buNone/>
                      </a:pPr>
                      <a:r>
                        <a:rPr lang="en-US" sz="1200" b="1" kern="120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Footprint</a:t>
                      </a:r>
                      <a:endParaRPr lang="en-US" sz="1200" b="1" dirty="0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72000" marR="72000" marT="36000" marB="36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03610" rtl="0" eaLnBrk="1" latinLnBrk="0" hangingPunct="1">
                        <a:defRPr sz="177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1805" algn="l" defTabSz="903610" rtl="0" eaLnBrk="1" latinLnBrk="0" hangingPunct="1">
                        <a:defRPr sz="177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03610" algn="l" defTabSz="903610" rtl="0" eaLnBrk="1" latinLnBrk="0" hangingPunct="1">
                        <a:defRPr sz="177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55415" algn="l" defTabSz="903610" rtl="0" eaLnBrk="1" latinLnBrk="0" hangingPunct="1">
                        <a:defRPr sz="177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07220" algn="l" defTabSz="903610" rtl="0" eaLnBrk="1" latinLnBrk="0" hangingPunct="1">
                        <a:defRPr sz="177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59025" algn="l" defTabSz="903610" rtl="0" eaLnBrk="1" latinLnBrk="0" hangingPunct="1">
                        <a:defRPr sz="177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10830" algn="l" defTabSz="903610" rtl="0" eaLnBrk="1" latinLnBrk="0" hangingPunct="1">
                        <a:defRPr sz="177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162635" algn="l" defTabSz="903610" rtl="0" eaLnBrk="1" latinLnBrk="0" hangingPunct="1">
                        <a:defRPr sz="177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14440" algn="l" defTabSz="903610" rtl="0" eaLnBrk="1" latinLnBrk="0" hangingPunct="1">
                        <a:defRPr sz="177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algn="l" rtl="0" eaLnBrk="1" fontAlgn="base" latinLnBrk="0" hangingPunct="1">
                        <a:lnSpc>
                          <a:spcPts val="2175"/>
                        </a:lnSpc>
                        <a:buNone/>
                      </a:pPr>
                      <a:r>
                        <a:rPr lang="en-US" sz="1200" b="0" kern="1200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Large (due to ceramic heat recovery beds)</a:t>
                      </a:r>
                      <a:endParaRPr lang="en-US" sz="1200" b="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72000" marR="72000" marT="36000" marB="36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03610" rtl="0" eaLnBrk="1" latinLnBrk="0" hangingPunct="1">
                        <a:defRPr sz="177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1805" algn="l" defTabSz="903610" rtl="0" eaLnBrk="1" latinLnBrk="0" hangingPunct="1">
                        <a:defRPr sz="177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03610" algn="l" defTabSz="903610" rtl="0" eaLnBrk="1" latinLnBrk="0" hangingPunct="1">
                        <a:defRPr sz="177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55415" algn="l" defTabSz="903610" rtl="0" eaLnBrk="1" latinLnBrk="0" hangingPunct="1">
                        <a:defRPr sz="177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07220" algn="l" defTabSz="903610" rtl="0" eaLnBrk="1" latinLnBrk="0" hangingPunct="1">
                        <a:defRPr sz="177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59025" algn="l" defTabSz="903610" rtl="0" eaLnBrk="1" latinLnBrk="0" hangingPunct="1">
                        <a:defRPr sz="177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10830" algn="l" defTabSz="903610" rtl="0" eaLnBrk="1" latinLnBrk="0" hangingPunct="1">
                        <a:defRPr sz="177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162635" algn="l" defTabSz="903610" rtl="0" eaLnBrk="1" latinLnBrk="0" hangingPunct="1">
                        <a:defRPr sz="177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14440" algn="l" defTabSz="903610" rtl="0" eaLnBrk="1" latinLnBrk="0" hangingPunct="1">
                        <a:defRPr sz="177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algn="l" rtl="0" eaLnBrk="1" fontAlgn="base" latinLnBrk="0" hangingPunct="1">
                        <a:lnSpc>
                          <a:spcPts val="2175"/>
                        </a:lnSpc>
                        <a:buNone/>
                      </a:pPr>
                      <a:r>
                        <a:rPr lang="en-US" sz="1200" b="0" kern="120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More compact; modular design</a:t>
                      </a:r>
                      <a:endParaRPr lang="en-US" sz="1200" b="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72000" marR="72000" marT="36000" marB="36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9874424"/>
                  </a:ext>
                </a:extLst>
              </a:tr>
              <a:tr h="579188">
                <a:tc>
                  <a:txBody>
                    <a:bodyPr/>
                    <a:lstStyle>
                      <a:lvl1pPr marL="0" algn="l" defTabSz="903610" rtl="0" eaLnBrk="1" latinLnBrk="0" hangingPunct="1">
                        <a:defRPr sz="177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1805" algn="l" defTabSz="903610" rtl="0" eaLnBrk="1" latinLnBrk="0" hangingPunct="1">
                        <a:defRPr sz="177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03610" algn="l" defTabSz="903610" rtl="0" eaLnBrk="1" latinLnBrk="0" hangingPunct="1">
                        <a:defRPr sz="177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55415" algn="l" defTabSz="903610" rtl="0" eaLnBrk="1" latinLnBrk="0" hangingPunct="1">
                        <a:defRPr sz="177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07220" algn="l" defTabSz="903610" rtl="0" eaLnBrk="1" latinLnBrk="0" hangingPunct="1">
                        <a:defRPr sz="177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59025" algn="l" defTabSz="903610" rtl="0" eaLnBrk="1" latinLnBrk="0" hangingPunct="1">
                        <a:defRPr sz="177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10830" algn="l" defTabSz="903610" rtl="0" eaLnBrk="1" latinLnBrk="0" hangingPunct="1">
                        <a:defRPr sz="177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162635" algn="l" defTabSz="903610" rtl="0" eaLnBrk="1" latinLnBrk="0" hangingPunct="1">
                        <a:defRPr sz="177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14440" algn="l" defTabSz="903610" rtl="0" eaLnBrk="1" latinLnBrk="0" hangingPunct="1">
                        <a:defRPr sz="177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algn="l" rtl="0" eaLnBrk="1" fontAlgn="base" latinLnBrk="0" hangingPunct="1">
                        <a:lnSpc>
                          <a:spcPts val="2175"/>
                        </a:lnSpc>
                        <a:buNone/>
                      </a:pPr>
                      <a:r>
                        <a:rPr lang="en-US" sz="1200" b="1" kern="120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Energy </a:t>
                      </a:r>
                    </a:p>
                    <a:p>
                      <a:pPr marL="0" algn="l" rtl="0" eaLnBrk="1" fontAlgn="base" latinLnBrk="0" hangingPunct="1">
                        <a:lnSpc>
                          <a:spcPts val="2175"/>
                        </a:lnSpc>
                        <a:buNone/>
                      </a:pPr>
                      <a:r>
                        <a:rPr lang="en-US" sz="1200" b="1" kern="120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Consumption</a:t>
                      </a:r>
                      <a:endParaRPr lang="en-US" sz="1200" b="1" dirty="0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72000" marR="72000" marT="36000" marB="36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>
                      <a:lvl1pPr marL="0" algn="l" defTabSz="903610" rtl="0" eaLnBrk="1" latinLnBrk="0" hangingPunct="1">
                        <a:defRPr sz="177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1805" algn="l" defTabSz="903610" rtl="0" eaLnBrk="1" latinLnBrk="0" hangingPunct="1">
                        <a:defRPr sz="177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03610" algn="l" defTabSz="903610" rtl="0" eaLnBrk="1" latinLnBrk="0" hangingPunct="1">
                        <a:defRPr sz="177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55415" algn="l" defTabSz="903610" rtl="0" eaLnBrk="1" latinLnBrk="0" hangingPunct="1">
                        <a:defRPr sz="177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07220" algn="l" defTabSz="903610" rtl="0" eaLnBrk="1" latinLnBrk="0" hangingPunct="1">
                        <a:defRPr sz="177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59025" algn="l" defTabSz="903610" rtl="0" eaLnBrk="1" latinLnBrk="0" hangingPunct="1">
                        <a:defRPr sz="177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10830" algn="l" defTabSz="903610" rtl="0" eaLnBrk="1" latinLnBrk="0" hangingPunct="1">
                        <a:defRPr sz="177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162635" algn="l" defTabSz="903610" rtl="0" eaLnBrk="1" latinLnBrk="0" hangingPunct="1">
                        <a:defRPr sz="177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14440" algn="l" defTabSz="903610" rtl="0" eaLnBrk="1" latinLnBrk="0" hangingPunct="1">
                        <a:defRPr sz="177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algn="l" rtl="0" eaLnBrk="1" fontAlgn="base" latinLnBrk="0" hangingPunct="1">
                        <a:lnSpc>
                          <a:spcPts val="2175"/>
                        </a:lnSpc>
                        <a:buNone/>
                      </a:pPr>
                      <a:r>
                        <a:rPr lang="en-US" sz="1200" b="0" kern="1200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High fuel demand to maintain temperature; electricity for fans</a:t>
                      </a:r>
                      <a:endParaRPr lang="en-US" sz="1200" b="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72000" marR="72000" marT="36000" marB="36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>
                      <a:lvl1pPr marL="0" algn="l" defTabSz="903610" rtl="0" eaLnBrk="1" latinLnBrk="0" hangingPunct="1">
                        <a:defRPr sz="177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1805" algn="l" defTabSz="903610" rtl="0" eaLnBrk="1" latinLnBrk="0" hangingPunct="1">
                        <a:defRPr sz="177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03610" algn="l" defTabSz="903610" rtl="0" eaLnBrk="1" latinLnBrk="0" hangingPunct="1">
                        <a:defRPr sz="177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55415" algn="l" defTabSz="903610" rtl="0" eaLnBrk="1" latinLnBrk="0" hangingPunct="1">
                        <a:defRPr sz="177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07220" algn="l" defTabSz="903610" rtl="0" eaLnBrk="1" latinLnBrk="0" hangingPunct="1">
                        <a:defRPr sz="177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59025" algn="l" defTabSz="903610" rtl="0" eaLnBrk="1" latinLnBrk="0" hangingPunct="1">
                        <a:defRPr sz="177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10830" algn="l" defTabSz="903610" rtl="0" eaLnBrk="1" latinLnBrk="0" hangingPunct="1">
                        <a:defRPr sz="177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162635" algn="l" defTabSz="903610" rtl="0" eaLnBrk="1" latinLnBrk="0" hangingPunct="1">
                        <a:defRPr sz="177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14440" algn="l" defTabSz="903610" rtl="0" eaLnBrk="1" latinLnBrk="0" hangingPunct="1">
                        <a:defRPr sz="177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algn="l" rtl="0" eaLnBrk="1" fontAlgn="base" latinLnBrk="0" hangingPunct="1">
                        <a:lnSpc>
                          <a:spcPts val="2175"/>
                        </a:lnSpc>
                        <a:buNone/>
                      </a:pPr>
                      <a:r>
                        <a:rPr lang="en-US" sz="1200" b="0" kern="120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Primarily electricity (no fuel); lower OPEX</a:t>
                      </a:r>
                      <a:endParaRPr lang="en-US" sz="1200" b="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72000" marR="72000" marT="36000" marB="36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258408"/>
                  </a:ext>
                </a:extLst>
              </a:tr>
              <a:tr h="500871">
                <a:tc>
                  <a:txBody>
                    <a:bodyPr/>
                    <a:lstStyle>
                      <a:lvl1pPr marL="0" algn="l" defTabSz="903610" rtl="0" eaLnBrk="1" latinLnBrk="0" hangingPunct="1">
                        <a:defRPr sz="177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1805" algn="l" defTabSz="903610" rtl="0" eaLnBrk="1" latinLnBrk="0" hangingPunct="1">
                        <a:defRPr sz="177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03610" algn="l" defTabSz="903610" rtl="0" eaLnBrk="1" latinLnBrk="0" hangingPunct="1">
                        <a:defRPr sz="177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55415" algn="l" defTabSz="903610" rtl="0" eaLnBrk="1" latinLnBrk="0" hangingPunct="1">
                        <a:defRPr sz="177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07220" algn="l" defTabSz="903610" rtl="0" eaLnBrk="1" latinLnBrk="0" hangingPunct="1">
                        <a:defRPr sz="177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59025" algn="l" defTabSz="903610" rtl="0" eaLnBrk="1" latinLnBrk="0" hangingPunct="1">
                        <a:defRPr sz="177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10830" algn="l" defTabSz="903610" rtl="0" eaLnBrk="1" latinLnBrk="0" hangingPunct="1">
                        <a:defRPr sz="177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162635" algn="l" defTabSz="903610" rtl="0" eaLnBrk="1" latinLnBrk="0" hangingPunct="1">
                        <a:defRPr sz="177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14440" algn="l" defTabSz="903610" rtl="0" eaLnBrk="1" latinLnBrk="0" hangingPunct="1">
                        <a:defRPr sz="177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algn="l" rtl="0" eaLnBrk="1" fontAlgn="base" latinLnBrk="0" hangingPunct="1">
                        <a:lnSpc>
                          <a:spcPts val="2175"/>
                        </a:lnSpc>
                        <a:buNone/>
                      </a:pPr>
                      <a:r>
                        <a:rPr lang="en-US" sz="1200" b="1" kern="120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OPEX Drivers</a:t>
                      </a:r>
                      <a:endParaRPr lang="en-US" sz="1200" b="1" dirty="0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72000" marR="72000" marT="36000" marB="36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03610" rtl="0" eaLnBrk="1" latinLnBrk="0" hangingPunct="1">
                        <a:defRPr sz="177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1805" algn="l" defTabSz="903610" rtl="0" eaLnBrk="1" latinLnBrk="0" hangingPunct="1">
                        <a:defRPr sz="177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03610" algn="l" defTabSz="903610" rtl="0" eaLnBrk="1" latinLnBrk="0" hangingPunct="1">
                        <a:defRPr sz="177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55415" algn="l" defTabSz="903610" rtl="0" eaLnBrk="1" latinLnBrk="0" hangingPunct="1">
                        <a:defRPr sz="177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07220" algn="l" defTabSz="903610" rtl="0" eaLnBrk="1" latinLnBrk="0" hangingPunct="1">
                        <a:defRPr sz="177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59025" algn="l" defTabSz="903610" rtl="0" eaLnBrk="1" latinLnBrk="0" hangingPunct="1">
                        <a:defRPr sz="177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10830" algn="l" defTabSz="903610" rtl="0" eaLnBrk="1" latinLnBrk="0" hangingPunct="1">
                        <a:defRPr sz="177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162635" algn="l" defTabSz="903610" rtl="0" eaLnBrk="1" latinLnBrk="0" hangingPunct="1">
                        <a:defRPr sz="177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14440" algn="l" defTabSz="903610" rtl="0" eaLnBrk="1" latinLnBrk="0" hangingPunct="1">
                        <a:defRPr sz="177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algn="l" rtl="0" eaLnBrk="1" fontAlgn="base" latinLnBrk="0" hangingPunct="1">
                        <a:lnSpc>
                          <a:spcPts val="2175"/>
                        </a:lnSpc>
                        <a:buNone/>
                      </a:pPr>
                      <a:r>
                        <a:rPr lang="en-US" sz="1200" b="0" kern="1200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Natural gas, periodic ceramic media replacement</a:t>
                      </a:r>
                      <a:endParaRPr lang="en-US" sz="1200" b="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72000" marR="72000" marT="36000" marB="36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03610" rtl="0" eaLnBrk="1" latinLnBrk="0" hangingPunct="1">
                        <a:defRPr sz="177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1805" algn="l" defTabSz="903610" rtl="0" eaLnBrk="1" latinLnBrk="0" hangingPunct="1">
                        <a:defRPr sz="177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03610" algn="l" defTabSz="903610" rtl="0" eaLnBrk="1" latinLnBrk="0" hangingPunct="1">
                        <a:defRPr sz="177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55415" algn="l" defTabSz="903610" rtl="0" eaLnBrk="1" latinLnBrk="0" hangingPunct="1">
                        <a:defRPr sz="177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07220" algn="l" defTabSz="903610" rtl="0" eaLnBrk="1" latinLnBrk="0" hangingPunct="1">
                        <a:defRPr sz="177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59025" algn="l" defTabSz="903610" rtl="0" eaLnBrk="1" latinLnBrk="0" hangingPunct="1">
                        <a:defRPr sz="177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10830" algn="l" defTabSz="903610" rtl="0" eaLnBrk="1" latinLnBrk="0" hangingPunct="1">
                        <a:defRPr sz="177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162635" algn="l" defTabSz="903610" rtl="0" eaLnBrk="1" latinLnBrk="0" hangingPunct="1">
                        <a:defRPr sz="177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14440" algn="l" defTabSz="903610" rtl="0" eaLnBrk="1" latinLnBrk="0" hangingPunct="1">
                        <a:defRPr sz="177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algn="l" rtl="0" eaLnBrk="1" fontAlgn="base" latinLnBrk="0" hangingPunct="1">
                        <a:lnSpc>
                          <a:spcPts val="2175"/>
                        </a:lnSpc>
                        <a:buNone/>
                      </a:pPr>
                      <a:r>
                        <a:rPr lang="en-US" sz="1200" b="0" kern="1200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Electricity, periodic lamp replacement</a:t>
                      </a:r>
                      <a:endParaRPr lang="en-US" sz="1200" b="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72000" marR="72000" marT="36000" marB="36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9854587"/>
                  </a:ext>
                </a:extLst>
              </a:tr>
              <a:tr h="500871">
                <a:tc>
                  <a:txBody>
                    <a:bodyPr/>
                    <a:lstStyle>
                      <a:lvl1pPr marL="0" algn="l" defTabSz="903610" rtl="0" eaLnBrk="1" latinLnBrk="0" hangingPunct="1">
                        <a:defRPr sz="177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1805" algn="l" defTabSz="903610" rtl="0" eaLnBrk="1" latinLnBrk="0" hangingPunct="1">
                        <a:defRPr sz="177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03610" algn="l" defTabSz="903610" rtl="0" eaLnBrk="1" latinLnBrk="0" hangingPunct="1">
                        <a:defRPr sz="177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55415" algn="l" defTabSz="903610" rtl="0" eaLnBrk="1" latinLnBrk="0" hangingPunct="1">
                        <a:defRPr sz="177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07220" algn="l" defTabSz="903610" rtl="0" eaLnBrk="1" latinLnBrk="0" hangingPunct="1">
                        <a:defRPr sz="177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59025" algn="l" defTabSz="903610" rtl="0" eaLnBrk="1" latinLnBrk="0" hangingPunct="1">
                        <a:defRPr sz="177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10830" algn="l" defTabSz="903610" rtl="0" eaLnBrk="1" latinLnBrk="0" hangingPunct="1">
                        <a:defRPr sz="177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162635" algn="l" defTabSz="903610" rtl="0" eaLnBrk="1" latinLnBrk="0" hangingPunct="1">
                        <a:defRPr sz="177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14440" algn="l" defTabSz="903610" rtl="0" eaLnBrk="1" latinLnBrk="0" hangingPunct="1">
                        <a:defRPr sz="177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algn="l" rtl="0" eaLnBrk="1" fontAlgn="base" latinLnBrk="0" hangingPunct="1">
                        <a:lnSpc>
                          <a:spcPts val="2175"/>
                        </a:lnSpc>
                        <a:buNone/>
                      </a:pPr>
                      <a:r>
                        <a:rPr lang="en-US" sz="1200" b="1" kern="120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By-product Risks</a:t>
                      </a:r>
                      <a:endParaRPr lang="en-US" sz="1200" b="1" dirty="0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72000" marR="72000" marT="36000" marB="36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>
                      <a:lvl1pPr marL="0" algn="l" defTabSz="903610" rtl="0" eaLnBrk="1" latinLnBrk="0" hangingPunct="1">
                        <a:defRPr sz="177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1805" algn="l" defTabSz="903610" rtl="0" eaLnBrk="1" latinLnBrk="0" hangingPunct="1">
                        <a:defRPr sz="177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03610" algn="l" defTabSz="903610" rtl="0" eaLnBrk="1" latinLnBrk="0" hangingPunct="1">
                        <a:defRPr sz="177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55415" algn="l" defTabSz="903610" rtl="0" eaLnBrk="1" latinLnBrk="0" hangingPunct="1">
                        <a:defRPr sz="177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07220" algn="l" defTabSz="903610" rtl="0" eaLnBrk="1" latinLnBrk="0" hangingPunct="1">
                        <a:defRPr sz="177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59025" algn="l" defTabSz="903610" rtl="0" eaLnBrk="1" latinLnBrk="0" hangingPunct="1">
                        <a:defRPr sz="177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10830" algn="l" defTabSz="903610" rtl="0" eaLnBrk="1" latinLnBrk="0" hangingPunct="1">
                        <a:defRPr sz="177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162635" algn="l" defTabSz="903610" rtl="0" eaLnBrk="1" latinLnBrk="0" hangingPunct="1">
                        <a:defRPr sz="177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14440" algn="l" defTabSz="903610" rtl="0" eaLnBrk="1" latinLnBrk="0" hangingPunct="1">
                        <a:defRPr sz="177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algn="l" rtl="0" eaLnBrk="1" fontAlgn="base" latinLnBrk="0" hangingPunct="1">
                        <a:lnSpc>
                          <a:spcPts val="2175"/>
                        </a:lnSpc>
                        <a:buNone/>
                      </a:pPr>
                      <a:r>
                        <a:rPr lang="en-US" sz="1200" b="0" kern="1200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NOx, potential SO₂ from sulfur content</a:t>
                      </a:r>
                      <a:endParaRPr lang="en-US" sz="1200" b="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72000" marR="72000" marT="36000" marB="36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>
                      <a:lvl1pPr marL="0" algn="l" defTabSz="903610" rtl="0" eaLnBrk="1" latinLnBrk="0" hangingPunct="1">
                        <a:defRPr sz="177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1805" algn="l" defTabSz="903610" rtl="0" eaLnBrk="1" latinLnBrk="0" hangingPunct="1">
                        <a:defRPr sz="177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03610" algn="l" defTabSz="903610" rtl="0" eaLnBrk="1" latinLnBrk="0" hangingPunct="1">
                        <a:defRPr sz="177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55415" algn="l" defTabSz="903610" rtl="0" eaLnBrk="1" latinLnBrk="0" hangingPunct="1">
                        <a:defRPr sz="177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07220" algn="l" defTabSz="903610" rtl="0" eaLnBrk="1" latinLnBrk="0" hangingPunct="1">
                        <a:defRPr sz="177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59025" algn="l" defTabSz="903610" rtl="0" eaLnBrk="1" latinLnBrk="0" hangingPunct="1">
                        <a:defRPr sz="177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10830" algn="l" defTabSz="903610" rtl="0" eaLnBrk="1" latinLnBrk="0" hangingPunct="1">
                        <a:defRPr sz="177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162635" algn="l" defTabSz="903610" rtl="0" eaLnBrk="1" latinLnBrk="0" hangingPunct="1">
                        <a:defRPr sz="177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14440" algn="l" defTabSz="903610" rtl="0" eaLnBrk="1" latinLnBrk="0" hangingPunct="1">
                        <a:defRPr sz="177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algn="l" rtl="0" eaLnBrk="1" fontAlgn="base" latinLnBrk="0" hangingPunct="1">
                        <a:lnSpc>
                          <a:spcPts val="2175"/>
                        </a:lnSpc>
                        <a:buNone/>
                      </a:pPr>
                      <a:r>
                        <a:rPr lang="en-US" sz="1200" b="0" kern="1200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Minimal; primary by-products are CO₂ and H₂O</a:t>
                      </a:r>
                      <a:endParaRPr lang="en-US" sz="1200" b="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72000" marR="72000" marT="36000" marB="36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2241414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2A15D16C-ED11-FBFA-D456-58A982FD26D0}"/>
              </a:ext>
            </a:extLst>
          </p:cNvPr>
          <p:cNvSpPr txBox="1"/>
          <p:nvPr/>
        </p:nvSpPr>
        <p:spPr>
          <a:xfrm>
            <a:off x="2121797" y="8199209"/>
            <a:ext cx="4337262" cy="109138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179388" indent="-179388" algn="l" rtl="0">
              <a:lnSpc>
                <a:spcPts val="2000"/>
              </a:lnSpc>
              <a:buClr>
                <a:srgbClr val="36720F"/>
              </a:buClr>
              <a:buFont typeface="Arial" panose="020B0604020202020204" pitchFamily="34" charset="0"/>
              <a:buChar char="•"/>
            </a:pPr>
            <a:r>
              <a:rPr lang="en-US" sz="1400" kern="1200" dirty="0">
                <a:latin typeface="Verdana" panose="020B0604030504040204" pitchFamily="34" charset="0"/>
                <a:ea typeface="Verdana" panose="020B0604030504040204" pitchFamily="34" charset="0"/>
              </a:rPr>
              <a:t>Significantly Lower Operating Costs (OPEX)</a:t>
            </a:r>
          </a:p>
          <a:p>
            <a:pPr marL="179388" indent="-179388" algn="l" rtl="0">
              <a:lnSpc>
                <a:spcPts val="2000"/>
              </a:lnSpc>
              <a:buClr>
                <a:srgbClr val="36720F"/>
              </a:buClr>
              <a:buFont typeface="Arial" panose="020B0604020202020204" pitchFamily="34" charset="0"/>
              <a:buChar char="•"/>
            </a:pP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Compact and Modular Design</a:t>
            </a:r>
          </a:p>
          <a:p>
            <a:pPr marL="179388" indent="-179388" algn="l" rtl="0">
              <a:lnSpc>
                <a:spcPts val="2000"/>
              </a:lnSpc>
              <a:buClr>
                <a:srgbClr val="36720F"/>
              </a:buClr>
              <a:buFont typeface="Arial" panose="020B0604020202020204" pitchFamily="34" charset="0"/>
              <a:buChar char="•"/>
            </a:pP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Ambient Temperature Operation</a:t>
            </a:r>
          </a:p>
          <a:p>
            <a:pPr marL="179388" indent="-179388" algn="l" rtl="0">
              <a:lnSpc>
                <a:spcPts val="2000"/>
              </a:lnSpc>
              <a:buClr>
                <a:srgbClr val="36720F"/>
              </a:buClr>
              <a:buFont typeface="Arial" panose="020B0604020202020204" pitchFamily="34" charset="0"/>
              <a:buChar char="•"/>
            </a:pP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Precision Destruction of styrene gas</a:t>
            </a:r>
            <a:endParaRPr lang="en-US" sz="13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D45C835F-6114-34A1-3C44-EE46C47FEF4B}"/>
              </a:ext>
            </a:extLst>
          </p:cNvPr>
          <p:cNvGrpSpPr/>
          <p:nvPr/>
        </p:nvGrpSpPr>
        <p:grpSpPr>
          <a:xfrm>
            <a:off x="897978" y="8039232"/>
            <a:ext cx="1086876" cy="1106757"/>
            <a:chOff x="903888" y="5026730"/>
            <a:chExt cx="959245" cy="882319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F0C461ED-448D-798E-F779-54E3BBBAC87D}"/>
                </a:ext>
              </a:extLst>
            </p:cNvPr>
            <p:cNvSpPr/>
            <p:nvPr/>
          </p:nvSpPr>
          <p:spPr>
            <a:xfrm>
              <a:off x="903888" y="5093587"/>
              <a:ext cx="896072" cy="815462"/>
            </a:xfrm>
            <a:prstGeom prst="ellipse">
              <a:avLst/>
            </a:prstGeom>
            <a:solidFill>
              <a:srgbClr val="36720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0A75BF41-AC22-78E8-1CDB-5C7AFA6A7B1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1285" y="5026730"/>
              <a:ext cx="861848" cy="861848"/>
            </a:xfrm>
            <a:prstGeom prst="rect">
              <a:avLst/>
            </a:prstGeom>
          </p:spPr>
        </p:pic>
      </p:grp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CE34815F-135E-640E-9C86-A58C2E3A4B34}"/>
              </a:ext>
            </a:extLst>
          </p:cNvPr>
          <p:cNvSpPr/>
          <p:nvPr/>
        </p:nvSpPr>
        <p:spPr>
          <a:xfrm>
            <a:off x="601552" y="7813791"/>
            <a:ext cx="8045179" cy="1595851"/>
          </a:xfrm>
          <a:prstGeom prst="roundRect">
            <a:avLst>
              <a:gd name="adj" fmla="val 15713"/>
            </a:avLst>
          </a:prstGeom>
          <a:noFill/>
          <a:ln w="19050">
            <a:solidFill>
              <a:srgbClr val="36720F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677BEF29-F163-8085-8AA4-E79A5ED9BE43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E"/>
              </a:clrFrom>
              <a:clrTo>
                <a:srgbClr val="FFFFFE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66000"/>
                    </a14:imgEffect>
                    <a14:imgEffect>
                      <a14:brightnessContrast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263329" y="7915210"/>
            <a:ext cx="2231630" cy="1503531"/>
          </a:xfrm>
          <a:prstGeom prst="rect">
            <a:avLst/>
          </a:prstGeom>
        </p:spPr>
      </p:pic>
      <p:grpSp>
        <p:nvGrpSpPr>
          <p:cNvPr id="22" name="Group 21">
            <a:extLst>
              <a:ext uri="{FF2B5EF4-FFF2-40B4-BE49-F238E27FC236}">
                <a16:creationId xmlns:a16="http://schemas.microsoft.com/office/drawing/2014/main" id="{77BC9283-2A03-F534-37C7-18E1426B3806}"/>
              </a:ext>
            </a:extLst>
          </p:cNvPr>
          <p:cNvGrpSpPr/>
          <p:nvPr/>
        </p:nvGrpSpPr>
        <p:grpSpPr>
          <a:xfrm>
            <a:off x="1930620" y="7744856"/>
            <a:ext cx="3413496" cy="468783"/>
            <a:chOff x="1998352" y="9268856"/>
            <a:chExt cx="3413496" cy="468783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901AD0A-E323-7832-1723-65A82B6FB99A}"/>
                </a:ext>
              </a:extLst>
            </p:cNvPr>
            <p:cNvSpPr txBox="1"/>
            <p:nvPr/>
          </p:nvSpPr>
          <p:spPr>
            <a:xfrm>
              <a:off x="1998352" y="9388826"/>
              <a:ext cx="3413496" cy="348813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 rtl="0">
                <a:lnSpc>
                  <a:spcPts val="2000"/>
                </a:lnSpc>
                <a:buClr>
                  <a:srgbClr val="36720F"/>
                </a:buClr>
              </a:pPr>
              <a:r>
                <a:rPr lang="en-US" kern="1200" dirty="0">
                  <a:solidFill>
                    <a:srgbClr val="0077AC"/>
                  </a:solidFill>
                  <a:latin typeface="Verdana" panose="020B0604030504040204" pitchFamily="34" charset="0"/>
                  <a:ea typeface="Verdana" panose="020B0604030504040204" pitchFamily="34" charset="0"/>
                </a:rPr>
                <a:t>The </a:t>
              </a:r>
              <a:r>
                <a:rPr lang="en-US" kern="1200" dirty="0">
                  <a:solidFill>
                    <a:srgbClr val="36720F"/>
                  </a:solidFill>
                  <a:latin typeface="Verdana" panose="020B0604030504040204" pitchFamily="34" charset="0"/>
                  <a:ea typeface="Verdana" panose="020B0604030504040204" pitchFamily="34" charset="0"/>
                </a:rPr>
                <a:t>                 </a:t>
              </a:r>
              <a:r>
                <a:rPr lang="en-US" kern="1200" dirty="0">
                  <a:solidFill>
                    <a:srgbClr val="0077AC"/>
                  </a:solidFill>
                  <a:latin typeface="Verdana" panose="020B0604030504040204" pitchFamily="34" charset="0"/>
                  <a:ea typeface="Verdana" panose="020B0604030504040204" pitchFamily="34" charset="0"/>
                </a:rPr>
                <a:t>Advantage</a:t>
              </a:r>
            </a:p>
          </p:txBody>
        </p:sp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C3654943-7D47-6935-9C20-BA45ECFC715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t="-20633" b="30764"/>
            <a:stretch>
              <a:fillRect/>
            </a:stretch>
          </p:blipFill>
          <p:spPr>
            <a:xfrm>
              <a:off x="2510644" y="9268856"/>
              <a:ext cx="1437492" cy="404053"/>
            </a:xfrm>
            <a:prstGeom prst="rect">
              <a:avLst/>
            </a:prstGeom>
          </p:spPr>
        </p:pic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1B7100DC-ED77-6B8D-CE2F-1255F1EFC8E0}"/>
              </a:ext>
            </a:extLst>
          </p:cNvPr>
          <p:cNvGrpSpPr/>
          <p:nvPr/>
        </p:nvGrpSpPr>
        <p:grpSpPr>
          <a:xfrm>
            <a:off x="0" y="180038"/>
            <a:ext cx="9036050" cy="2067623"/>
            <a:chOff x="0" y="180038"/>
            <a:chExt cx="9036050" cy="2067623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80BFEA27-67FE-747F-93C7-C7ADBD0FF1E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0" y="180038"/>
              <a:ext cx="9036050" cy="1773045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30D46B5-AC37-101A-A08A-E4048F28C289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2700" y="1889583"/>
              <a:ext cx="6565900" cy="35807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151317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4EF5F8-1B39-544D-DCA1-19934FDB35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8F1C511E-690E-D3CD-3DFB-41CD02E3C731}"/>
              </a:ext>
            </a:extLst>
          </p:cNvPr>
          <p:cNvSpPr txBox="1"/>
          <p:nvPr/>
        </p:nvSpPr>
        <p:spPr>
          <a:xfrm>
            <a:off x="294555" y="3991494"/>
            <a:ext cx="58547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accent6">
                    <a:lumMod val="75000"/>
                  </a:schemeClr>
                </a:solidFill>
                <a:latin typeface="Myriad Pro Light" panose="020B0403030403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Active Installations</a:t>
            </a:r>
            <a:endParaRPr lang="en-US" sz="1400" b="1" dirty="0">
              <a:latin typeface="Myriad Pro Light" panose="020B0403030403020204" pitchFamily="34" charset="0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67617FD1-24E9-5AB5-61DE-5F0FB875F2A9}"/>
              </a:ext>
            </a:extLst>
          </p:cNvPr>
          <p:cNvSpPr txBox="1"/>
          <p:nvPr/>
        </p:nvSpPr>
        <p:spPr>
          <a:xfrm>
            <a:off x="1946636" y="5430125"/>
            <a:ext cx="13394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Pharmaceutical</a:t>
            </a:r>
          </a:p>
        </p:txBody>
      </p:sp>
      <p:grpSp>
        <p:nvGrpSpPr>
          <p:cNvPr id="74" name="Group 73">
            <a:extLst>
              <a:ext uri="{FF2B5EF4-FFF2-40B4-BE49-F238E27FC236}">
                <a16:creationId xmlns:a16="http://schemas.microsoft.com/office/drawing/2014/main" id="{E40D0819-EA60-5AEE-815D-8607761B8F9F}"/>
              </a:ext>
            </a:extLst>
          </p:cNvPr>
          <p:cNvGrpSpPr/>
          <p:nvPr/>
        </p:nvGrpSpPr>
        <p:grpSpPr>
          <a:xfrm>
            <a:off x="2186867" y="4522501"/>
            <a:ext cx="864000" cy="864000"/>
            <a:chOff x="867266" y="1418734"/>
            <a:chExt cx="1044000" cy="1044000"/>
          </a:xfrm>
        </p:grpSpPr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A2705B2D-954B-A42E-7953-C79F07974F6F}"/>
                </a:ext>
              </a:extLst>
            </p:cNvPr>
            <p:cNvSpPr/>
            <p:nvPr/>
          </p:nvSpPr>
          <p:spPr>
            <a:xfrm>
              <a:off x="867266" y="1418734"/>
              <a:ext cx="1044000" cy="1044000"/>
            </a:xfrm>
            <a:prstGeom prst="ellipse">
              <a:avLst/>
            </a:prstGeom>
            <a:solidFill>
              <a:srgbClr val="008DD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/>
            </a:p>
          </p:txBody>
        </p:sp>
        <p:pic>
          <p:nvPicPr>
            <p:cNvPr id="76" name="Picture 75">
              <a:extLst>
                <a:ext uri="{FF2B5EF4-FFF2-40B4-BE49-F238E27FC236}">
                  <a16:creationId xmlns:a16="http://schemas.microsoft.com/office/drawing/2014/main" id="{C68A86DB-A639-643E-3469-DD954970945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57344" y="1561619"/>
              <a:ext cx="686613" cy="686613"/>
            </a:xfrm>
            <a:prstGeom prst="rect">
              <a:avLst/>
            </a:prstGeom>
          </p:spPr>
        </p:pic>
      </p:grpSp>
      <p:sp>
        <p:nvSpPr>
          <p:cNvPr id="77" name="TextBox 76">
            <a:extLst>
              <a:ext uri="{FF2B5EF4-FFF2-40B4-BE49-F238E27FC236}">
                <a16:creationId xmlns:a16="http://schemas.microsoft.com/office/drawing/2014/main" id="{2BF3DEEB-2796-B086-60B4-C86D689C457D}"/>
              </a:ext>
            </a:extLst>
          </p:cNvPr>
          <p:cNvSpPr txBox="1"/>
          <p:nvPr/>
        </p:nvSpPr>
        <p:spPr>
          <a:xfrm>
            <a:off x="4275107" y="5430125"/>
            <a:ext cx="157504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1400"/>
            </a:lvl1pPr>
          </a:lstStyle>
          <a:p>
            <a:r>
              <a:rPr lang="en-US" b="1" dirty="0"/>
              <a:t>Specialty Chemical</a:t>
            </a:r>
          </a:p>
        </p:txBody>
      </p:sp>
      <p:grpSp>
        <p:nvGrpSpPr>
          <p:cNvPr id="78" name="Group 77">
            <a:extLst>
              <a:ext uri="{FF2B5EF4-FFF2-40B4-BE49-F238E27FC236}">
                <a16:creationId xmlns:a16="http://schemas.microsoft.com/office/drawing/2014/main" id="{D1AFF00F-B414-0885-F442-14761E5F8991}"/>
              </a:ext>
            </a:extLst>
          </p:cNvPr>
          <p:cNvGrpSpPr/>
          <p:nvPr/>
        </p:nvGrpSpPr>
        <p:grpSpPr>
          <a:xfrm>
            <a:off x="4611626" y="4522501"/>
            <a:ext cx="864000" cy="864000"/>
            <a:chOff x="3919733" y="1418734"/>
            <a:chExt cx="1044000" cy="1044000"/>
          </a:xfrm>
        </p:grpSpPr>
        <p:sp>
          <p:nvSpPr>
            <p:cNvPr id="79" name="Oval 78">
              <a:extLst>
                <a:ext uri="{FF2B5EF4-FFF2-40B4-BE49-F238E27FC236}">
                  <a16:creationId xmlns:a16="http://schemas.microsoft.com/office/drawing/2014/main" id="{396C03EA-1D43-300D-9BB1-8D204F7BB1E7}"/>
                </a:ext>
              </a:extLst>
            </p:cNvPr>
            <p:cNvSpPr/>
            <p:nvPr/>
          </p:nvSpPr>
          <p:spPr>
            <a:xfrm>
              <a:off x="3919733" y="1418734"/>
              <a:ext cx="1044000" cy="1044000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/>
            </a:p>
          </p:txBody>
        </p:sp>
        <p:pic>
          <p:nvPicPr>
            <p:cNvPr id="80" name="Picture 79">
              <a:extLst>
                <a:ext uri="{FF2B5EF4-FFF2-40B4-BE49-F238E27FC236}">
                  <a16:creationId xmlns:a16="http://schemas.microsoft.com/office/drawing/2014/main" id="{E68AB3D5-019D-238D-CE57-E8114B7908E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84913" y="1561619"/>
              <a:ext cx="705467" cy="705467"/>
            </a:xfrm>
            <a:prstGeom prst="rect">
              <a:avLst/>
            </a:prstGeom>
          </p:spPr>
        </p:pic>
      </p:grpSp>
      <p:sp>
        <p:nvSpPr>
          <p:cNvPr id="81" name="TextBox 80">
            <a:extLst>
              <a:ext uri="{FF2B5EF4-FFF2-40B4-BE49-F238E27FC236}">
                <a16:creationId xmlns:a16="http://schemas.microsoft.com/office/drawing/2014/main" id="{FABF55EB-4338-D082-9FE1-601C7BD72BA1}"/>
              </a:ext>
            </a:extLst>
          </p:cNvPr>
          <p:cNvSpPr txBox="1"/>
          <p:nvPr/>
        </p:nvSpPr>
        <p:spPr>
          <a:xfrm>
            <a:off x="6919253" y="5430125"/>
            <a:ext cx="12475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1400"/>
            </a:lvl1pPr>
          </a:lstStyle>
          <a:p>
            <a:r>
              <a:rPr lang="en-US" b="1" dirty="0" err="1"/>
              <a:t>Petrochemcial</a:t>
            </a:r>
            <a:endParaRPr lang="en-US" b="1" dirty="0"/>
          </a:p>
        </p:txBody>
      </p:sp>
      <p:grpSp>
        <p:nvGrpSpPr>
          <p:cNvPr id="82" name="Group 81">
            <a:extLst>
              <a:ext uri="{FF2B5EF4-FFF2-40B4-BE49-F238E27FC236}">
                <a16:creationId xmlns:a16="http://schemas.microsoft.com/office/drawing/2014/main" id="{16DD828E-F325-71B4-EB70-2512FEBAA001}"/>
              </a:ext>
            </a:extLst>
          </p:cNvPr>
          <p:cNvGrpSpPr/>
          <p:nvPr/>
        </p:nvGrpSpPr>
        <p:grpSpPr>
          <a:xfrm>
            <a:off x="7055239" y="4522501"/>
            <a:ext cx="864000" cy="864000"/>
            <a:chOff x="6972200" y="1418734"/>
            <a:chExt cx="1044000" cy="1044000"/>
          </a:xfrm>
        </p:grpSpPr>
        <p:sp>
          <p:nvSpPr>
            <p:cNvPr id="83" name="Oval 82">
              <a:extLst>
                <a:ext uri="{FF2B5EF4-FFF2-40B4-BE49-F238E27FC236}">
                  <a16:creationId xmlns:a16="http://schemas.microsoft.com/office/drawing/2014/main" id="{F2CF94DE-201C-6AB1-9210-B4126FF87E01}"/>
                </a:ext>
              </a:extLst>
            </p:cNvPr>
            <p:cNvSpPr/>
            <p:nvPr/>
          </p:nvSpPr>
          <p:spPr>
            <a:xfrm>
              <a:off x="6972200" y="1418734"/>
              <a:ext cx="1044000" cy="10440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/>
            </a:p>
          </p:txBody>
        </p:sp>
        <p:pic>
          <p:nvPicPr>
            <p:cNvPr id="84" name="Picture 83">
              <a:extLst>
                <a:ext uri="{FF2B5EF4-FFF2-40B4-BE49-F238E27FC236}">
                  <a16:creationId xmlns:a16="http://schemas.microsoft.com/office/drawing/2014/main" id="{8C9401EF-8B51-FCF2-16BD-687492CAF23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89357" y="1635890"/>
              <a:ext cx="609685" cy="609685"/>
            </a:xfrm>
            <a:prstGeom prst="rect">
              <a:avLst/>
            </a:prstGeom>
          </p:spPr>
        </p:pic>
      </p:grp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6164AC1A-3774-DDC5-0588-7723D58C5BAA}"/>
              </a:ext>
            </a:extLst>
          </p:cNvPr>
          <p:cNvCxnSpPr>
            <a:cxnSpLocks/>
          </p:cNvCxnSpPr>
          <p:nvPr/>
        </p:nvCxnSpPr>
        <p:spPr>
          <a:xfrm>
            <a:off x="6384045" y="5724633"/>
            <a:ext cx="0" cy="2484000"/>
          </a:xfrm>
          <a:prstGeom prst="line">
            <a:avLst/>
          </a:prstGeom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8E24CA0D-1CA5-ABF8-F633-9C4A4409958E}"/>
              </a:ext>
            </a:extLst>
          </p:cNvPr>
          <p:cNvCxnSpPr>
            <a:cxnSpLocks/>
          </p:cNvCxnSpPr>
          <p:nvPr/>
        </p:nvCxnSpPr>
        <p:spPr>
          <a:xfrm>
            <a:off x="3888154" y="5724633"/>
            <a:ext cx="0" cy="2484000"/>
          </a:xfrm>
          <a:prstGeom prst="line">
            <a:avLst/>
          </a:prstGeom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TextBox 86">
            <a:extLst>
              <a:ext uri="{FF2B5EF4-FFF2-40B4-BE49-F238E27FC236}">
                <a16:creationId xmlns:a16="http://schemas.microsoft.com/office/drawing/2014/main" id="{2E1AB23C-624D-D4FA-4F00-4A32DF810C40}"/>
              </a:ext>
            </a:extLst>
          </p:cNvPr>
          <p:cNvSpPr txBox="1"/>
          <p:nvPr/>
        </p:nvSpPr>
        <p:spPr>
          <a:xfrm>
            <a:off x="175676" y="5765092"/>
            <a:ext cx="1339405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300" b="1" dirty="0"/>
              <a:t>Products Manufactured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24983D90-F7AB-AB9A-B169-60187771CA28}"/>
              </a:ext>
            </a:extLst>
          </p:cNvPr>
          <p:cNvSpPr txBox="1"/>
          <p:nvPr/>
        </p:nvSpPr>
        <p:spPr>
          <a:xfrm>
            <a:off x="337515" y="6917789"/>
            <a:ext cx="1169294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b="1" dirty="0"/>
              <a:t>Effluent Gases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271FE5F4-32D2-874B-F64F-750BFF5AA0DF}"/>
              </a:ext>
            </a:extLst>
          </p:cNvPr>
          <p:cNvSpPr txBox="1"/>
          <p:nvPr/>
        </p:nvSpPr>
        <p:spPr>
          <a:xfrm>
            <a:off x="286211" y="7502836"/>
            <a:ext cx="1169294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300" b="1" dirty="0"/>
              <a:t>Treatment Outcome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4009ADC3-3733-BEDA-1BCC-60E77FF9158A}"/>
              </a:ext>
            </a:extLst>
          </p:cNvPr>
          <p:cNvSpPr txBox="1"/>
          <p:nvPr/>
        </p:nvSpPr>
        <p:spPr>
          <a:xfrm>
            <a:off x="1600883" y="5765092"/>
            <a:ext cx="2303379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00" dirty="0"/>
              <a:t>Human &amp; veterinary drugs with a primary focus on antibiotic APIs, synthetic drugs formulations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C24D8B19-B45C-3C84-B516-1A233D6C7CBC}"/>
              </a:ext>
            </a:extLst>
          </p:cNvPr>
          <p:cNvSpPr txBox="1"/>
          <p:nvPr/>
        </p:nvSpPr>
        <p:spPr>
          <a:xfrm>
            <a:off x="3954241" y="5765092"/>
            <a:ext cx="2429804" cy="892552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>
            <a:defPPr>
              <a:defRPr lang="en-US"/>
            </a:defPPr>
            <a:lvl1pPr>
              <a:defRPr sz="1200"/>
            </a:lvl1pPr>
          </a:lstStyle>
          <a:p>
            <a:r>
              <a:rPr lang="en-US" sz="1300" dirty="0"/>
              <a:t>Nitrosylsulfuric acid, Acrylonitrile m-</a:t>
            </a:r>
            <a:r>
              <a:rPr lang="en-US" sz="1300" dirty="0" err="1"/>
              <a:t>Aminoacetanilide</a:t>
            </a:r>
            <a:r>
              <a:rPr lang="en-US" sz="1300" dirty="0"/>
              <a:t>, 1-Aminoanthraquinone , N-Diallyl-2-methoxy-5-acetaminoaniline, etc. 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91CC83DA-CA64-718A-4E41-C58E6839B215}"/>
              </a:ext>
            </a:extLst>
          </p:cNvPr>
          <p:cNvSpPr txBox="1"/>
          <p:nvPr/>
        </p:nvSpPr>
        <p:spPr>
          <a:xfrm>
            <a:off x="1600883" y="6917789"/>
            <a:ext cx="2005677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200"/>
            </a:lvl1pPr>
          </a:lstStyle>
          <a:p>
            <a:r>
              <a:rPr lang="en-US" sz="1300" dirty="0"/>
              <a:t>VOCs &amp; odorous compounds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4AF4DBC1-F59E-BAF4-8CED-46622A896320}"/>
              </a:ext>
            </a:extLst>
          </p:cNvPr>
          <p:cNvSpPr txBox="1"/>
          <p:nvPr/>
        </p:nvSpPr>
        <p:spPr>
          <a:xfrm>
            <a:off x="1600883" y="7493685"/>
            <a:ext cx="2450210" cy="69249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200"/>
            </a:lvl1pPr>
          </a:lstStyle>
          <a:p>
            <a:r>
              <a:rPr lang="en-US" sz="1300" dirty="0"/>
              <a:t>&gt;90% treatment efficiency, reducing exhaust conc. to 0–59 mg/m³.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4ADE35CE-6853-FE23-7A2B-25A481D7A588}"/>
              </a:ext>
            </a:extLst>
          </p:cNvPr>
          <p:cNvSpPr txBox="1"/>
          <p:nvPr/>
        </p:nvSpPr>
        <p:spPr>
          <a:xfrm>
            <a:off x="6450628" y="6917789"/>
            <a:ext cx="1764792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200"/>
            </a:lvl1pPr>
          </a:lstStyle>
          <a:p>
            <a:r>
              <a:rPr lang="en-US" sz="1300" dirty="0"/>
              <a:t>VOCs, NH₃, H₂S, Phenol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E74362DD-F784-3A1D-242C-11C930BBB842}"/>
              </a:ext>
            </a:extLst>
          </p:cNvPr>
          <p:cNvSpPr txBox="1"/>
          <p:nvPr/>
        </p:nvSpPr>
        <p:spPr>
          <a:xfrm>
            <a:off x="3954241" y="6917789"/>
            <a:ext cx="1397521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200"/>
            </a:lvl1pPr>
          </a:lstStyle>
          <a:p>
            <a:r>
              <a:rPr lang="en-US" sz="1300" dirty="0"/>
              <a:t>VOCs`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F699FB38-B761-99A1-CC82-90FADF615714}"/>
              </a:ext>
            </a:extLst>
          </p:cNvPr>
          <p:cNvSpPr txBox="1"/>
          <p:nvPr/>
        </p:nvSpPr>
        <p:spPr>
          <a:xfrm>
            <a:off x="3944716" y="7493685"/>
            <a:ext cx="2466917" cy="69249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200"/>
            </a:lvl1pPr>
          </a:lstStyle>
          <a:p>
            <a:r>
              <a:rPr lang="en-US" sz="1300" dirty="0"/>
              <a:t>&gt;98% VOC removal, reducing exhaust conc. from 9,837–14,682 mg/m³ to 89.5–246 mg/m³.</a:t>
            </a:r>
          </a:p>
        </p:txBody>
      </p:sp>
      <p:pic>
        <p:nvPicPr>
          <p:cNvPr id="97" name="Picture 96">
            <a:extLst>
              <a:ext uri="{FF2B5EF4-FFF2-40B4-BE49-F238E27FC236}">
                <a16:creationId xmlns:a16="http://schemas.microsoft.com/office/drawing/2014/main" id="{176FDA64-0FA0-40C3-966A-DC24745933EF}"/>
              </a:ext>
            </a:extLst>
          </p:cNvPr>
          <p:cNvPicPr>
            <a:picLocks/>
          </p:cNvPicPr>
          <p:nvPr/>
        </p:nvPicPr>
        <p:blipFill>
          <a:blip r:embed="rId6"/>
          <a:srcRect l="7592" t="10085" b="10039"/>
          <a:stretch>
            <a:fillRect/>
          </a:stretch>
        </p:blipFill>
        <p:spPr>
          <a:xfrm>
            <a:off x="1752793" y="8285628"/>
            <a:ext cx="1944000" cy="12600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pic>
        <p:nvPicPr>
          <p:cNvPr id="98" name="Picture 97">
            <a:extLst>
              <a:ext uri="{FF2B5EF4-FFF2-40B4-BE49-F238E27FC236}">
                <a16:creationId xmlns:a16="http://schemas.microsoft.com/office/drawing/2014/main" id="{8819D216-5AA5-29F5-086F-97EAD01D3941}"/>
              </a:ext>
            </a:extLst>
          </p:cNvPr>
          <p:cNvPicPr>
            <a:picLocks/>
          </p:cNvPicPr>
          <p:nvPr/>
        </p:nvPicPr>
        <p:blipFill>
          <a:blip r:embed="rId7"/>
          <a:stretch>
            <a:fillRect/>
          </a:stretch>
        </p:blipFill>
        <p:spPr>
          <a:xfrm>
            <a:off x="4203494" y="8285628"/>
            <a:ext cx="1944000" cy="12600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pic>
        <p:nvPicPr>
          <p:cNvPr id="99" name="Picture 98">
            <a:extLst>
              <a:ext uri="{FF2B5EF4-FFF2-40B4-BE49-F238E27FC236}">
                <a16:creationId xmlns:a16="http://schemas.microsoft.com/office/drawing/2014/main" id="{470BB7F8-9817-191F-E9AC-F3D1463C96FE}"/>
              </a:ext>
            </a:extLst>
          </p:cNvPr>
          <p:cNvPicPr>
            <a:picLocks/>
          </p:cNvPicPr>
          <p:nvPr/>
        </p:nvPicPr>
        <p:blipFill>
          <a:blip r:embed="rId8"/>
          <a:stretch>
            <a:fillRect/>
          </a:stretch>
        </p:blipFill>
        <p:spPr>
          <a:xfrm>
            <a:off x="6649097" y="8285628"/>
            <a:ext cx="1944000" cy="12600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sp>
        <p:nvSpPr>
          <p:cNvPr id="101" name="TextBox 100">
            <a:extLst>
              <a:ext uri="{FF2B5EF4-FFF2-40B4-BE49-F238E27FC236}">
                <a16:creationId xmlns:a16="http://schemas.microsoft.com/office/drawing/2014/main" id="{C0FC80C4-C667-7E35-E022-9E586A843AE0}"/>
              </a:ext>
            </a:extLst>
          </p:cNvPr>
          <p:cNvSpPr txBox="1"/>
          <p:nvPr/>
        </p:nvSpPr>
        <p:spPr>
          <a:xfrm>
            <a:off x="6463073" y="5724633"/>
            <a:ext cx="2400755" cy="109260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200"/>
            </a:lvl1pPr>
          </a:lstStyle>
          <a:p>
            <a:r>
              <a:rPr lang="en-US" sz="1300" dirty="0"/>
              <a:t>Butene, MTBE, Mixed C4 Hydrocarbon, Mixed C5 Hydrocarbons, Mixed Pentenes,  Propylene, Ethylene, Methanol, Naphtha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7B6FF944-3AA5-034B-DA7C-16AED8CA1C4E}"/>
              </a:ext>
            </a:extLst>
          </p:cNvPr>
          <p:cNvSpPr txBox="1"/>
          <p:nvPr/>
        </p:nvSpPr>
        <p:spPr>
          <a:xfrm>
            <a:off x="294555" y="2603162"/>
            <a:ext cx="58547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accent6">
                    <a:lumMod val="75000"/>
                  </a:schemeClr>
                </a:solidFill>
                <a:latin typeface="Myriad Pro Light" panose="020B0403030403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Industries Covered</a:t>
            </a:r>
            <a:endParaRPr lang="en-US" sz="1400" b="1" dirty="0">
              <a:latin typeface="Myriad Pro Light" panose="020B0403030403020204" pitchFamily="34" charset="0"/>
            </a:endParaRP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514608E9-55AF-FAE9-6BE1-A0005C91E4B0}"/>
              </a:ext>
            </a:extLst>
          </p:cNvPr>
          <p:cNvSpPr txBox="1"/>
          <p:nvPr/>
        </p:nvSpPr>
        <p:spPr>
          <a:xfrm>
            <a:off x="337515" y="3108496"/>
            <a:ext cx="86985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Pharmaceutical, Specialty Chemical, Petrochemical, Automobile, Power generation, Cement and more.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17B6B46-D5E7-D9EF-C617-BEFE482A9F10}"/>
              </a:ext>
            </a:extLst>
          </p:cNvPr>
          <p:cNvGrpSpPr/>
          <p:nvPr/>
        </p:nvGrpSpPr>
        <p:grpSpPr>
          <a:xfrm>
            <a:off x="0" y="180038"/>
            <a:ext cx="9036050" cy="2067623"/>
            <a:chOff x="0" y="180038"/>
            <a:chExt cx="9036050" cy="2067623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53F5622E-8658-3E21-D7C9-4E66901133B6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0" y="180038"/>
              <a:ext cx="9036050" cy="1773045"/>
            </a:xfrm>
            <a:prstGeom prst="rect">
              <a:avLst/>
            </a:prstGeom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365EC34E-9161-03DE-C3D6-5324D9533B57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12700" y="1889583"/>
              <a:ext cx="6565900" cy="35807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800959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35D9B6-5CCA-A028-889B-60232108D9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8FB59764-47E0-1E6F-E809-A61F3FB9CE5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7250" y="2639913"/>
            <a:ext cx="2058667" cy="680744"/>
          </a:xfrm>
          <a:prstGeom prst="rect">
            <a:avLst/>
          </a:prstGeom>
        </p:spPr>
      </p:pic>
      <p:grpSp>
        <p:nvGrpSpPr>
          <p:cNvPr id="44" name="Group 43">
            <a:extLst>
              <a:ext uri="{FF2B5EF4-FFF2-40B4-BE49-F238E27FC236}">
                <a16:creationId xmlns:a16="http://schemas.microsoft.com/office/drawing/2014/main" id="{336FCA85-4DA4-270B-DD98-0CD7DBFE653F}"/>
              </a:ext>
            </a:extLst>
          </p:cNvPr>
          <p:cNvGrpSpPr/>
          <p:nvPr/>
        </p:nvGrpSpPr>
        <p:grpSpPr>
          <a:xfrm>
            <a:off x="3620220" y="3393950"/>
            <a:ext cx="442576" cy="471236"/>
            <a:chOff x="3668708" y="5296222"/>
            <a:chExt cx="361618" cy="360000"/>
          </a:xfrm>
        </p:grpSpPr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41C1A83A-6937-0347-CE83-FF2471741924}"/>
                </a:ext>
              </a:extLst>
            </p:cNvPr>
            <p:cNvSpPr/>
            <p:nvPr/>
          </p:nvSpPr>
          <p:spPr>
            <a:xfrm>
              <a:off x="3668708" y="5296222"/>
              <a:ext cx="361618" cy="360000"/>
            </a:xfrm>
            <a:prstGeom prst="ellipse">
              <a:avLst/>
            </a:prstGeom>
            <a:solidFill>
              <a:srgbClr val="3A731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0E7A3389-0270-EE9B-3804-267910FA9F4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42349" y="5354969"/>
              <a:ext cx="222449" cy="228663"/>
            </a:xfrm>
            <a:prstGeom prst="rect">
              <a:avLst/>
            </a:prstGeom>
          </p:spPr>
        </p:pic>
      </p:grpSp>
      <p:pic>
        <p:nvPicPr>
          <p:cNvPr id="29" name="Picture 28">
            <a:extLst>
              <a:ext uri="{FF2B5EF4-FFF2-40B4-BE49-F238E27FC236}">
                <a16:creationId xmlns:a16="http://schemas.microsoft.com/office/drawing/2014/main" id="{34D5AB44-F70C-514C-EFAA-E31F392BAFC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79" b="4707"/>
          <a:stretch>
            <a:fillRect/>
          </a:stretch>
        </p:blipFill>
        <p:spPr>
          <a:xfrm>
            <a:off x="721443" y="2639913"/>
            <a:ext cx="2223365" cy="662124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3E348822-18EE-9CF5-B8DF-D1BBB8B07734}"/>
              </a:ext>
            </a:extLst>
          </p:cNvPr>
          <p:cNvSpPr txBox="1"/>
          <p:nvPr/>
        </p:nvSpPr>
        <p:spPr>
          <a:xfrm>
            <a:off x="1647391" y="3383880"/>
            <a:ext cx="1041983" cy="6052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000"/>
              </a:lnSpc>
            </a:pPr>
            <a:r>
              <a:rPr lang="en-US" b="1" dirty="0">
                <a:solidFill>
                  <a:srgbClr val="0078B4"/>
                </a:solidFill>
                <a:latin typeface="Myriad Pro Light Cond" panose="020B0406030403020204" pitchFamily="34" charset="0"/>
              </a:rPr>
              <a:t>INDUSTRY  </a:t>
            </a:r>
          </a:p>
          <a:p>
            <a:pPr>
              <a:lnSpc>
                <a:spcPts val="2000"/>
              </a:lnSpc>
            </a:pPr>
            <a:r>
              <a:rPr lang="en-US" dirty="0">
                <a:solidFill>
                  <a:srgbClr val="3A7315"/>
                </a:solidFill>
                <a:latin typeface="Myriad Pro Cond" panose="020B0506030403020204" pitchFamily="34" charset="0"/>
              </a:rPr>
              <a:t>SOLUTIONS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EC21EEF5-0F86-6C89-4958-A260A4B77040}"/>
              </a:ext>
            </a:extLst>
          </p:cNvPr>
          <p:cNvGrpSpPr/>
          <p:nvPr/>
        </p:nvGrpSpPr>
        <p:grpSpPr>
          <a:xfrm>
            <a:off x="1112776" y="3410294"/>
            <a:ext cx="487923" cy="483009"/>
            <a:chOff x="1343319" y="1229210"/>
            <a:chExt cx="1553976" cy="1393622"/>
          </a:xfrm>
          <a:solidFill>
            <a:srgbClr val="3A7315"/>
          </a:solidFill>
        </p:grpSpPr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FB153ABF-3D28-E93A-76F4-DBFE78AA9745}"/>
                </a:ext>
              </a:extLst>
            </p:cNvPr>
            <p:cNvSpPr/>
            <p:nvPr/>
          </p:nvSpPr>
          <p:spPr>
            <a:xfrm>
              <a:off x="1343319" y="1229210"/>
              <a:ext cx="1553976" cy="139362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5" name="Picture 34">
              <a:extLst>
                <a:ext uri="{FF2B5EF4-FFF2-40B4-BE49-F238E27FC236}">
                  <a16:creationId xmlns:a16="http://schemas.microsoft.com/office/drawing/2014/main" id="{C6A4B9BB-60F5-E0F6-ABAA-5095ACAC023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48429" y="1493646"/>
              <a:ext cx="853526" cy="853524"/>
            </a:xfrm>
            <a:prstGeom prst="rect">
              <a:avLst/>
            </a:prstGeom>
            <a:grpFill/>
          </p:spPr>
        </p:pic>
      </p:grpSp>
      <p:pic>
        <p:nvPicPr>
          <p:cNvPr id="37" name="Picture 36">
            <a:extLst>
              <a:ext uri="{FF2B5EF4-FFF2-40B4-BE49-F238E27FC236}">
                <a16:creationId xmlns:a16="http://schemas.microsoft.com/office/drawing/2014/main" id="{855E6781-BE0D-B7FB-F79A-96A592199A3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0326" y="2666563"/>
            <a:ext cx="1978073" cy="654094"/>
          </a:xfrm>
          <a:prstGeom prst="rect">
            <a:avLst/>
          </a:prstGeom>
        </p:spPr>
      </p:pic>
      <p:grpSp>
        <p:nvGrpSpPr>
          <p:cNvPr id="41" name="Group 40">
            <a:extLst>
              <a:ext uri="{FF2B5EF4-FFF2-40B4-BE49-F238E27FC236}">
                <a16:creationId xmlns:a16="http://schemas.microsoft.com/office/drawing/2014/main" id="{B1B652D5-B887-AB40-F5B5-403873899F53}"/>
              </a:ext>
            </a:extLst>
          </p:cNvPr>
          <p:cNvGrpSpPr/>
          <p:nvPr/>
        </p:nvGrpSpPr>
        <p:grpSpPr>
          <a:xfrm>
            <a:off x="6241487" y="3328331"/>
            <a:ext cx="418685" cy="478895"/>
            <a:chOff x="8821419" y="1686496"/>
            <a:chExt cx="1779083" cy="1333824"/>
          </a:xfrm>
        </p:grpSpPr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6D00E31B-E6FB-BA0B-2C14-C46FA50A6733}"/>
                </a:ext>
              </a:extLst>
            </p:cNvPr>
            <p:cNvSpPr/>
            <p:nvPr/>
          </p:nvSpPr>
          <p:spPr>
            <a:xfrm>
              <a:off x="8821419" y="1686496"/>
              <a:ext cx="1779083" cy="1333824"/>
            </a:xfrm>
            <a:prstGeom prst="ellipse">
              <a:avLst/>
            </a:prstGeom>
            <a:solidFill>
              <a:srgbClr val="3A731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dirty="0"/>
            </a:p>
          </p:txBody>
        </p:sp>
        <p:pic>
          <p:nvPicPr>
            <p:cNvPr id="43" name="Picture 42">
              <a:extLst>
                <a:ext uri="{FF2B5EF4-FFF2-40B4-BE49-F238E27FC236}">
                  <a16:creationId xmlns:a16="http://schemas.microsoft.com/office/drawing/2014/main" id="{D9A095C9-FE60-8B1B-30F1-417C27901B11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082129" y="1762468"/>
              <a:ext cx="1279729" cy="1177441"/>
            </a:xfrm>
            <a:prstGeom prst="rect">
              <a:avLst/>
            </a:prstGeom>
          </p:spPr>
        </p:pic>
      </p:grpSp>
      <p:sp>
        <p:nvSpPr>
          <p:cNvPr id="45" name="TextBox 44">
            <a:extLst>
              <a:ext uri="{FF2B5EF4-FFF2-40B4-BE49-F238E27FC236}">
                <a16:creationId xmlns:a16="http://schemas.microsoft.com/office/drawing/2014/main" id="{0A6C5697-3D37-9034-2B04-A086183EAFA3}"/>
              </a:ext>
            </a:extLst>
          </p:cNvPr>
          <p:cNvSpPr txBox="1"/>
          <p:nvPr/>
        </p:nvSpPr>
        <p:spPr>
          <a:xfrm>
            <a:off x="4115551" y="3343054"/>
            <a:ext cx="1407635" cy="6052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000"/>
              </a:lnSpc>
            </a:pPr>
            <a:r>
              <a:rPr lang="en-US" b="1" dirty="0">
                <a:solidFill>
                  <a:srgbClr val="0078B4"/>
                </a:solidFill>
                <a:latin typeface="Myriad Pro Light Cond" panose="020B0406030403020204" pitchFamily="34" charset="0"/>
              </a:rPr>
              <a:t>LABORATORY</a:t>
            </a:r>
          </a:p>
          <a:p>
            <a:pPr>
              <a:lnSpc>
                <a:spcPts val="2000"/>
              </a:lnSpc>
            </a:pPr>
            <a:r>
              <a:rPr lang="en-US" dirty="0">
                <a:solidFill>
                  <a:srgbClr val="3A7315"/>
                </a:solidFill>
                <a:latin typeface="Myriad Pro Cond" panose="020B0506030403020204" pitchFamily="34" charset="0"/>
              </a:rPr>
              <a:t>SOLUTIONS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DB8D98F-BEA1-B0F3-FD22-1C90C44851C1}"/>
              </a:ext>
            </a:extLst>
          </p:cNvPr>
          <p:cNvSpPr txBox="1"/>
          <p:nvPr/>
        </p:nvSpPr>
        <p:spPr>
          <a:xfrm>
            <a:off x="6723063" y="3313983"/>
            <a:ext cx="1407635" cy="6052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000"/>
              </a:lnSpc>
            </a:pPr>
            <a:r>
              <a:rPr lang="en-US" b="1" dirty="0">
                <a:solidFill>
                  <a:srgbClr val="0078B4"/>
                </a:solidFill>
                <a:latin typeface="Myriad Pro Light Cond" panose="020B0406030403020204" pitchFamily="34" charset="0"/>
              </a:rPr>
              <a:t>MOBILE</a:t>
            </a:r>
          </a:p>
          <a:p>
            <a:pPr>
              <a:lnSpc>
                <a:spcPts val="2000"/>
              </a:lnSpc>
            </a:pPr>
            <a:r>
              <a:rPr lang="en-US" dirty="0">
                <a:solidFill>
                  <a:srgbClr val="3A7315"/>
                </a:solidFill>
                <a:latin typeface="Myriad Pro Cond" panose="020B0506030403020204" pitchFamily="34" charset="0"/>
              </a:rPr>
              <a:t>SOLUTIONS</a:t>
            </a: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ED46558A-4F65-5550-2157-F82BAC4619F1}"/>
              </a:ext>
            </a:extLst>
          </p:cNvPr>
          <p:cNvCxnSpPr>
            <a:cxnSpLocks/>
          </p:cNvCxnSpPr>
          <p:nvPr/>
        </p:nvCxnSpPr>
        <p:spPr>
          <a:xfrm>
            <a:off x="3146425" y="2722799"/>
            <a:ext cx="0" cy="1224000"/>
          </a:xfrm>
          <a:prstGeom prst="line">
            <a:avLst/>
          </a:prstGeom>
          <a:ln>
            <a:solidFill>
              <a:srgbClr val="0796D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64994675-63E6-BC92-9165-90C2A3ED9933}"/>
              </a:ext>
            </a:extLst>
          </p:cNvPr>
          <p:cNvCxnSpPr>
            <a:cxnSpLocks/>
          </p:cNvCxnSpPr>
          <p:nvPr/>
        </p:nvCxnSpPr>
        <p:spPr>
          <a:xfrm>
            <a:off x="5692775" y="2716448"/>
            <a:ext cx="0" cy="1224000"/>
          </a:xfrm>
          <a:prstGeom prst="line">
            <a:avLst/>
          </a:prstGeom>
          <a:ln>
            <a:solidFill>
              <a:srgbClr val="0796D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7FAC6BA7-8867-768C-915A-BE3221549125}"/>
              </a:ext>
            </a:extLst>
          </p:cNvPr>
          <p:cNvSpPr txBox="1"/>
          <p:nvPr/>
        </p:nvSpPr>
        <p:spPr>
          <a:xfrm>
            <a:off x="604198" y="4376075"/>
            <a:ext cx="647461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75000"/>
                  </a:schemeClr>
                </a:solidFill>
                <a:latin typeface="Myriad Pro Light Cond" panose="020B0406030403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One-of-a-kind Industrial Solution</a:t>
            </a:r>
            <a:endParaRPr lang="en-IN" sz="2400" b="1" dirty="0">
              <a:solidFill>
                <a:schemeClr val="accent6">
                  <a:lumMod val="75000"/>
                </a:schemeClr>
              </a:solidFill>
              <a:latin typeface="Myriad Pro Light Cond" panose="020B040603040302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323E173C-A5F1-538A-58F6-A0432AC8CA79}"/>
              </a:ext>
            </a:extLst>
          </p:cNvPr>
          <p:cNvSpPr txBox="1"/>
          <p:nvPr/>
        </p:nvSpPr>
        <p:spPr>
          <a:xfrm>
            <a:off x="700672" y="4809104"/>
            <a:ext cx="4822513" cy="23237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fontAlgn="t">
              <a:lnSpc>
                <a:spcPts val="3200"/>
              </a:lnSpc>
              <a:buClr>
                <a:srgbClr val="0E98DB"/>
              </a:buClr>
              <a:buFont typeface="Arial" panose="020B0604020202020204" pitchFamily="34" charset="0"/>
              <a:buChar char="•"/>
            </a:pPr>
            <a:r>
              <a:rPr lang="en-US" dirty="0">
                <a:latin typeface="Myriad Pro Cond" panose="020B0506030403020204" pitchFamily="34" charset="0"/>
                <a:ea typeface="Verdana" panose="020B0604030504040204" pitchFamily="34" charset="0"/>
              </a:rPr>
              <a:t>Wide Industry Coverage </a:t>
            </a:r>
          </a:p>
          <a:p>
            <a:pPr marL="533400" indent="-177800">
              <a:lnSpc>
                <a:spcPts val="2300"/>
              </a:lnSpc>
              <a:buClr>
                <a:srgbClr val="0E98DB"/>
              </a:buClr>
              <a:buFont typeface="Verdana" panose="020B0604030504040204" pitchFamily="34" charset="0"/>
              <a:buChar char="-"/>
            </a:pPr>
            <a:r>
              <a:rPr lang="en-US" sz="1600" dirty="0">
                <a:latin typeface="Myriad Pro Cond" panose="020B0506030403020204" pitchFamily="34" charset="0"/>
                <a:ea typeface="Verdana" panose="020B0604030504040204" pitchFamily="34" charset="0"/>
              </a:rPr>
              <a:t>Pharma &amp; BioPharma, Electronics – </a:t>
            </a:r>
            <a:r>
              <a:rPr lang="en-US" sz="1600" dirty="0" err="1">
                <a:latin typeface="Myriad Pro Cond" panose="020B0506030403020204" pitchFamily="34" charset="0"/>
                <a:ea typeface="Verdana" panose="020B0604030504040204" pitchFamily="34" charset="0"/>
              </a:rPr>
              <a:t>Semicon</a:t>
            </a:r>
            <a:r>
              <a:rPr lang="en-US" sz="1600" dirty="0">
                <a:latin typeface="Myriad Pro Cond" panose="020B0506030403020204" pitchFamily="34" charset="0"/>
                <a:ea typeface="Verdana" panose="020B0604030504040204" pitchFamily="34" charset="0"/>
              </a:rPr>
              <a:t>, Chemical, Power, Cement, Steel etc. </a:t>
            </a:r>
            <a:endParaRPr lang="en-US" dirty="0">
              <a:latin typeface="Myriad Pro Cond" panose="020B0506030403020204" pitchFamily="34" charset="0"/>
              <a:ea typeface="Verdana" panose="020B0604030504040204" pitchFamily="34" charset="0"/>
            </a:endParaRPr>
          </a:p>
          <a:p>
            <a:pPr marL="285750" indent="-285750" fontAlgn="t">
              <a:lnSpc>
                <a:spcPts val="3200"/>
              </a:lnSpc>
              <a:buClr>
                <a:srgbClr val="0E98DB"/>
              </a:buClr>
              <a:buFont typeface="Arial" panose="020B0604020202020204" pitchFamily="34" charset="0"/>
              <a:buChar char="•"/>
            </a:pPr>
            <a:r>
              <a:rPr lang="en-US" dirty="0">
                <a:latin typeface="Myriad Pro Cond" panose="020B0506030403020204" pitchFamily="34" charset="0"/>
                <a:ea typeface="Verdana" panose="020B0604030504040204" pitchFamily="34" charset="0"/>
              </a:rPr>
              <a:t>Adapts to diverse VOC and </a:t>
            </a:r>
            <a:r>
              <a:rPr lang="en-US" dirty="0" err="1">
                <a:latin typeface="Myriad Pro Cond" panose="020B0506030403020204" pitchFamily="34" charset="0"/>
                <a:ea typeface="Verdana" panose="020B0604030504040204" pitchFamily="34" charset="0"/>
              </a:rPr>
              <a:t>odour</a:t>
            </a:r>
            <a:r>
              <a:rPr lang="en-US" dirty="0">
                <a:latin typeface="Myriad Pro Cond" panose="020B0506030403020204" pitchFamily="34" charset="0"/>
                <a:ea typeface="Verdana" panose="020B0604030504040204" pitchFamily="34" charset="0"/>
              </a:rPr>
              <a:t> treatment applications.</a:t>
            </a:r>
          </a:p>
          <a:p>
            <a:pPr marL="285750" indent="-285750" fontAlgn="t">
              <a:lnSpc>
                <a:spcPts val="3200"/>
              </a:lnSpc>
              <a:buClr>
                <a:srgbClr val="0E98DB"/>
              </a:buClr>
              <a:buFont typeface="Arial" panose="020B0604020202020204" pitchFamily="34" charset="0"/>
              <a:buChar char="•"/>
            </a:pPr>
            <a:r>
              <a:rPr lang="en-US" dirty="0">
                <a:latin typeface="Myriad Pro Cond" panose="020B0506030403020204" pitchFamily="34" charset="0"/>
                <a:ea typeface="Verdana" panose="020B0604030504040204" pitchFamily="34" charset="0"/>
              </a:rPr>
              <a:t>Application-Specific Engineering: Multiple pre-treatment configurations for challenging gas streams</a:t>
            </a:r>
          </a:p>
        </p:txBody>
      </p:sp>
      <p:pic>
        <p:nvPicPr>
          <p:cNvPr id="66" name="Picture 65">
            <a:extLst>
              <a:ext uri="{FF2B5EF4-FFF2-40B4-BE49-F238E27FC236}">
                <a16:creationId xmlns:a16="http://schemas.microsoft.com/office/drawing/2014/main" id="{46C5B65D-1DC8-7111-C50B-C5E937B93D0B}"/>
              </a:ext>
            </a:extLst>
          </p:cNvPr>
          <p:cNvPicPr>
            <a:picLocks/>
          </p:cNvPicPr>
          <p:nvPr/>
        </p:nvPicPr>
        <p:blipFill>
          <a:blip r:embed="rId9"/>
          <a:stretch>
            <a:fillRect/>
          </a:stretch>
        </p:blipFill>
        <p:spPr>
          <a:xfrm>
            <a:off x="5488504" y="4933654"/>
            <a:ext cx="3032051" cy="195800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 w="19050">
            <a:gradFill flip="none" rotWithShape="1">
              <a:gsLst>
                <a:gs pos="0">
                  <a:schemeClr val="accent6">
                    <a:lumMod val="40000"/>
                    <a:lumOff val="60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5">
                    <a:lumMod val="40000"/>
                    <a:lumOff val="60000"/>
                  </a:schemeClr>
                </a:gs>
              </a:gsLst>
              <a:lin ang="0" scaled="1"/>
              <a:tileRect/>
            </a:gradFill>
          </a:ln>
          <a:effectLst/>
        </p:spPr>
      </p:pic>
      <p:pic>
        <p:nvPicPr>
          <p:cNvPr id="112" name="Picture 111">
            <a:extLst>
              <a:ext uri="{FF2B5EF4-FFF2-40B4-BE49-F238E27FC236}">
                <a16:creationId xmlns:a16="http://schemas.microsoft.com/office/drawing/2014/main" id="{A98EA41B-0AC3-3CC5-7C4B-F65896D7F55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flipH="1">
            <a:off x="1112776" y="7496472"/>
            <a:ext cx="3032050" cy="195800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89EDE1B-6A69-2DDA-267A-9C8810E28DEC}"/>
              </a:ext>
            </a:extLst>
          </p:cNvPr>
          <p:cNvSpPr txBox="1"/>
          <p:nvPr/>
        </p:nvSpPr>
        <p:spPr>
          <a:xfrm>
            <a:off x="4362913" y="7294785"/>
            <a:ext cx="4482194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fontAlgn="t">
              <a:lnSpc>
                <a:spcPts val="3200"/>
              </a:lnSpc>
              <a:buClr>
                <a:srgbClr val="0E98DB"/>
              </a:buClr>
              <a:buFont typeface="Arial" panose="020B0604020202020204" pitchFamily="34" charset="0"/>
              <a:buChar char="•"/>
            </a:pPr>
            <a:r>
              <a:rPr lang="en-US" dirty="0">
                <a:latin typeface="Myriad Pro Cond" panose="020B0506030403020204" pitchFamily="34" charset="0"/>
                <a:ea typeface="Verdana" panose="020B0604030504040204" pitchFamily="34" charset="0"/>
              </a:rPr>
              <a:t>Plug-and-Play Modular Design: Clean, compact, and scalable system architecture</a:t>
            </a:r>
          </a:p>
          <a:p>
            <a:pPr marL="285750" indent="-285750" fontAlgn="t">
              <a:lnSpc>
                <a:spcPts val="3200"/>
              </a:lnSpc>
              <a:buClr>
                <a:srgbClr val="0E98DB"/>
              </a:buClr>
              <a:buFont typeface="Arial" panose="020B0604020202020204" pitchFamily="34" charset="0"/>
              <a:buChar char="•"/>
            </a:pPr>
            <a:r>
              <a:rPr lang="en-US" dirty="0">
                <a:latin typeface="Myriad Pro Cond" panose="020B0506030403020204" pitchFamily="34" charset="0"/>
                <a:ea typeface="Verdana" panose="020B0604030504040204" pitchFamily="34" charset="0"/>
              </a:rPr>
              <a:t>Power-Only Technology: No fuel, water, chemicals, or secondary waste generation. </a:t>
            </a:r>
          </a:p>
          <a:p>
            <a:pPr marL="285750" indent="-285750" fontAlgn="t">
              <a:lnSpc>
                <a:spcPts val="3200"/>
              </a:lnSpc>
              <a:buClr>
                <a:srgbClr val="0E98DB"/>
              </a:buClr>
              <a:buFont typeface="Arial" panose="020B0604020202020204" pitchFamily="34" charset="0"/>
              <a:buChar char="•"/>
            </a:pPr>
            <a:r>
              <a:rPr lang="en-US" dirty="0">
                <a:latin typeface="Myriad Pro Cond" panose="020B0506030403020204" pitchFamily="34" charset="0"/>
                <a:ea typeface="Verdana" panose="020B0604030504040204" pitchFamily="34" charset="0"/>
              </a:rPr>
              <a:t>Sustainable High-Efficiency Operation: Reliable performance, low operating costs and minimal footprint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1D9AA48-CF34-1479-AF34-65DC984B60A6}"/>
              </a:ext>
            </a:extLst>
          </p:cNvPr>
          <p:cNvSpPr/>
          <p:nvPr/>
        </p:nvSpPr>
        <p:spPr>
          <a:xfrm>
            <a:off x="1112776" y="9564914"/>
            <a:ext cx="3032050" cy="696686"/>
          </a:xfrm>
          <a:prstGeom prst="roundRect">
            <a:avLst/>
          </a:prstGeom>
          <a:solidFill>
            <a:srgbClr val="0796D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lnSpc>
                <a:spcPts val="1800"/>
              </a:lnSpc>
            </a:pPr>
            <a:r>
              <a:rPr lang="en-US" dirty="0">
                <a:solidFill>
                  <a:schemeClr val="bg1"/>
                </a:solidFill>
                <a:latin typeface="Myriad Pro Cond" panose="020B0506030403020204" pitchFamily="34" charset="0"/>
              </a:rPr>
              <a:t>Compatible with Industrial Automation.</a:t>
            </a:r>
          </a:p>
          <a:p>
            <a:pPr algn="r">
              <a:lnSpc>
                <a:spcPts val="1800"/>
              </a:lnSpc>
            </a:pPr>
            <a:r>
              <a:rPr lang="en-US" b="1" dirty="0">
                <a:solidFill>
                  <a:schemeClr val="bg1"/>
                </a:solidFill>
                <a:latin typeface="Myriad Pro Light Cond" panose="020B0406030403020204" pitchFamily="34" charset="0"/>
              </a:rPr>
              <a:t>Configurable with PLC &amp;DCS.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65F8351-CBCA-3598-359B-827704105BCC}"/>
              </a:ext>
            </a:extLst>
          </p:cNvPr>
          <p:cNvSpPr/>
          <p:nvPr/>
        </p:nvSpPr>
        <p:spPr>
          <a:xfrm>
            <a:off x="7034724" y="9830280"/>
            <a:ext cx="1571528" cy="419100"/>
          </a:xfrm>
          <a:prstGeom prst="roundRect">
            <a:avLst/>
          </a:prstGeom>
          <a:solidFill>
            <a:srgbClr val="487D2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00" b="1" dirty="0">
                <a:latin typeface="Myriad Pro Light Cond" panose="020B0406030403020204" pitchFamily="34" charset="0"/>
              </a:rPr>
              <a:t>I AM INTERESTED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35ED9BF3-C7E1-812B-CED4-958FB762F5B1}"/>
              </a:ext>
            </a:extLst>
          </p:cNvPr>
          <p:cNvGrpSpPr/>
          <p:nvPr/>
        </p:nvGrpSpPr>
        <p:grpSpPr>
          <a:xfrm>
            <a:off x="0" y="180038"/>
            <a:ext cx="9036050" cy="2067623"/>
            <a:chOff x="0" y="180038"/>
            <a:chExt cx="9036050" cy="2067623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938C5043-E947-A281-15F0-31C56C00295A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0" y="180038"/>
              <a:ext cx="9036050" cy="1773045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52CA64F6-1F76-B08A-2AFA-5B276DCAB843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12700" y="1889583"/>
              <a:ext cx="6565900" cy="35807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783338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D1B698-ED1C-5D2D-E448-5227C25504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380DE68E-B243-2775-8323-91D5058220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7250" y="2639913"/>
            <a:ext cx="2058667" cy="680744"/>
          </a:xfrm>
          <a:prstGeom prst="rect">
            <a:avLst/>
          </a:prstGeom>
        </p:spPr>
      </p:pic>
      <p:grpSp>
        <p:nvGrpSpPr>
          <p:cNvPr id="44" name="Group 43">
            <a:extLst>
              <a:ext uri="{FF2B5EF4-FFF2-40B4-BE49-F238E27FC236}">
                <a16:creationId xmlns:a16="http://schemas.microsoft.com/office/drawing/2014/main" id="{F973453F-ADC2-45DA-C03D-1B5421DE9855}"/>
              </a:ext>
            </a:extLst>
          </p:cNvPr>
          <p:cNvGrpSpPr/>
          <p:nvPr/>
        </p:nvGrpSpPr>
        <p:grpSpPr>
          <a:xfrm>
            <a:off x="3620220" y="3393950"/>
            <a:ext cx="442576" cy="471236"/>
            <a:chOff x="3668708" y="5296222"/>
            <a:chExt cx="361618" cy="360000"/>
          </a:xfrm>
        </p:grpSpPr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1948516C-72FB-6FCC-1857-D0DBAD8AD0BB}"/>
                </a:ext>
              </a:extLst>
            </p:cNvPr>
            <p:cNvSpPr/>
            <p:nvPr/>
          </p:nvSpPr>
          <p:spPr>
            <a:xfrm>
              <a:off x="3668708" y="5296222"/>
              <a:ext cx="361618" cy="360000"/>
            </a:xfrm>
            <a:prstGeom prst="ellipse">
              <a:avLst/>
            </a:prstGeom>
            <a:solidFill>
              <a:srgbClr val="3A731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52797E3D-4C5D-93E6-A914-7CEB3AE27D0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42349" y="5354969"/>
              <a:ext cx="222449" cy="228663"/>
            </a:xfrm>
            <a:prstGeom prst="rect">
              <a:avLst/>
            </a:prstGeom>
          </p:spPr>
        </p:pic>
      </p:grpSp>
      <p:pic>
        <p:nvPicPr>
          <p:cNvPr id="29" name="Picture 28">
            <a:extLst>
              <a:ext uri="{FF2B5EF4-FFF2-40B4-BE49-F238E27FC236}">
                <a16:creationId xmlns:a16="http://schemas.microsoft.com/office/drawing/2014/main" id="{9FE5A3E8-CA9C-A63F-9255-45488C374AB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79" b="4707"/>
          <a:stretch>
            <a:fillRect/>
          </a:stretch>
        </p:blipFill>
        <p:spPr>
          <a:xfrm>
            <a:off x="721443" y="2639913"/>
            <a:ext cx="2223365" cy="662124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C408084D-0BC1-69F3-D950-F5DE0534EA01}"/>
              </a:ext>
            </a:extLst>
          </p:cNvPr>
          <p:cNvSpPr txBox="1"/>
          <p:nvPr/>
        </p:nvSpPr>
        <p:spPr>
          <a:xfrm>
            <a:off x="1647391" y="3383880"/>
            <a:ext cx="1041983" cy="6052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000"/>
              </a:lnSpc>
            </a:pPr>
            <a:r>
              <a:rPr lang="en-US" b="1" dirty="0">
                <a:solidFill>
                  <a:srgbClr val="0078B4"/>
                </a:solidFill>
                <a:latin typeface="Myriad Pro Light Cond" panose="020B0406030403020204" pitchFamily="34" charset="0"/>
              </a:rPr>
              <a:t>INDUSTRY  </a:t>
            </a:r>
          </a:p>
          <a:p>
            <a:pPr>
              <a:lnSpc>
                <a:spcPts val="2000"/>
              </a:lnSpc>
            </a:pPr>
            <a:r>
              <a:rPr lang="en-US" dirty="0">
                <a:solidFill>
                  <a:srgbClr val="3A7315"/>
                </a:solidFill>
                <a:latin typeface="Myriad Pro Cond" panose="020B0506030403020204" pitchFamily="34" charset="0"/>
              </a:rPr>
              <a:t>SOLUTIONS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242F9D36-4BBD-744B-80BB-3DAE36334DCC}"/>
              </a:ext>
            </a:extLst>
          </p:cNvPr>
          <p:cNvGrpSpPr/>
          <p:nvPr/>
        </p:nvGrpSpPr>
        <p:grpSpPr>
          <a:xfrm>
            <a:off x="1112776" y="3410294"/>
            <a:ext cx="487923" cy="483009"/>
            <a:chOff x="1343319" y="1229210"/>
            <a:chExt cx="1553976" cy="1393622"/>
          </a:xfrm>
          <a:solidFill>
            <a:srgbClr val="3A7315"/>
          </a:solidFill>
        </p:grpSpPr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078EA4AF-8005-B147-1078-58472EC83FC7}"/>
                </a:ext>
              </a:extLst>
            </p:cNvPr>
            <p:cNvSpPr/>
            <p:nvPr/>
          </p:nvSpPr>
          <p:spPr>
            <a:xfrm>
              <a:off x="1343319" y="1229210"/>
              <a:ext cx="1553976" cy="139362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5" name="Picture 34">
              <a:extLst>
                <a:ext uri="{FF2B5EF4-FFF2-40B4-BE49-F238E27FC236}">
                  <a16:creationId xmlns:a16="http://schemas.microsoft.com/office/drawing/2014/main" id="{4E8E6454-3171-8FB0-FBBC-FFE670869E3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48429" y="1493646"/>
              <a:ext cx="853526" cy="853524"/>
            </a:xfrm>
            <a:prstGeom prst="rect">
              <a:avLst/>
            </a:prstGeom>
            <a:grpFill/>
          </p:spPr>
        </p:pic>
      </p:grpSp>
      <p:pic>
        <p:nvPicPr>
          <p:cNvPr id="37" name="Picture 36">
            <a:extLst>
              <a:ext uri="{FF2B5EF4-FFF2-40B4-BE49-F238E27FC236}">
                <a16:creationId xmlns:a16="http://schemas.microsoft.com/office/drawing/2014/main" id="{6D4F2832-1B69-96E6-9BBA-2BB05756D1A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0326" y="2666563"/>
            <a:ext cx="1978073" cy="654094"/>
          </a:xfrm>
          <a:prstGeom prst="rect">
            <a:avLst/>
          </a:prstGeom>
        </p:spPr>
      </p:pic>
      <p:grpSp>
        <p:nvGrpSpPr>
          <p:cNvPr id="41" name="Group 40">
            <a:extLst>
              <a:ext uri="{FF2B5EF4-FFF2-40B4-BE49-F238E27FC236}">
                <a16:creationId xmlns:a16="http://schemas.microsoft.com/office/drawing/2014/main" id="{3B6C6271-6E58-9484-284B-DBC1622D18C4}"/>
              </a:ext>
            </a:extLst>
          </p:cNvPr>
          <p:cNvGrpSpPr/>
          <p:nvPr/>
        </p:nvGrpSpPr>
        <p:grpSpPr>
          <a:xfrm>
            <a:off x="6241487" y="3328331"/>
            <a:ext cx="418685" cy="478895"/>
            <a:chOff x="8821419" y="1686496"/>
            <a:chExt cx="1779083" cy="1333824"/>
          </a:xfrm>
        </p:grpSpPr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68EE74CD-95F0-9323-B90A-F945CCD9CFC5}"/>
                </a:ext>
              </a:extLst>
            </p:cNvPr>
            <p:cNvSpPr/>
            <p:nvPr/>
          </p:nvSpPr>
          <p:spPr>
            <a:xfrm>
              <a:off x="8821419" y="1686496"/>
              <a:ext cx="1779083" cy="1333824"/>
            </a:xfrm>
            <a:prstGeom prst="ellipse">
              <a:avLst/>
            </a:prstGeom>
            <a:solidFill>
              <a:srgbClr val="3A731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dirty="0"/>
            </a:p>
          </p:txBody>
        </p:sp>
        <p:pic>
          <p:nvPicPr>
            <p:cNvPr id="43" name="Picture 42">
              <a:extLst>
                <a:ext uri="{FF2B5EF4-FFF2-40B4-BE49-F238E27FC236}">
                  <a16:creationId xmlns:a16="http://schemas.microsoft.com/office/drawing/2014/main" id="{2EC7A6DF-3564-0063-CAD9-0025F0100DB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082129" y="1762468"/>
              <a:ext cx="1279729" cy="1177441"/>
            </a:xfrm>
            <a:prstGeom prst="rect">
              <a:avLst/>
            </a:prstGeom>
          </p:spPr>
        </p:pic>
      </p:grpSp>
      <p:sp>
        <p:nvSpPr>
          <p:cNvPr id="45" name="TextBox 44">
            <a:extLst>
              <a:ext uri="{FF2B5EF4-FFF2-40B4-BE49-F238E27FC236}">
                <a16:creationId xmlns:a16="http://schemas.microsoft.com/office/drawing/2014/main" id="{6199B6B5-C515-61D3-9CB3-8F47314BD825}"/>
              </a:ext>
            </a:extLst>
          </p:cNvPr>
          <p:cNvSpPr txBox="1"/>
          <p:nvPr/>
        </p:nvSpPr>
        <p:spPr>
          <a:xfrm>
            <a:off x="4115551" y="3343054"/>
            <a:ext cx="1407635" cy="6052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000"/>
              </a:lnSpc>
            </a:pPr>
            <a:r>
              <a:rPr lang="en-US" b="1" dirty="0">
                <a:solidFill>
                  <a:srgbClr val="0078B4"/>
                </a:solidFill>
                <a:latin typeface="Myriad Pro Light Cond" panose="020B0406030403020204" pitchFamily="34" charset="0"/>
              </a:rPr>
              <a:t>LABORATORY</a:t>
            </a:r>
          </a:p>
          <a:p>
            <a:pPr>
              <a:lnSpc>
                <a:spcPts val="2000"/>
              </a:lnSpc>
            </a:pPr>
            <a:r>
              <a:rPr lang="en-US" dirty="0">
                <a:solidFill>
                  <a:srgbClr val="3A7315"/>
                </a:solidFill>
                <a:latin typeface="Myriad Pro Cond" panose="020B0506030403020204" pitchFamily="34" charset="0"/>
              </a:rPr>
              <a:t>SOLUTIONS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3208792-6D7D-4BA8-E77E-15CB8F6F0E75}"/>
              </a:ext>
            </a:extLst>
          </p:cNvPr>
          <p:cNvSpPr txBox="1"/>
          <p:nvPr/>
        </p:nvSpPr>
        <p:spPr>
          <a:xfrm>
            <a:off x="6723063" y="3313983"/>
            <a:ext cx="1407635" cy="6052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000"/>
              </a:lnSpc>
            </a:pPr>
            <a:r>
              <a:rPr lang="en-US" b="1" dirty="0">
                <a:solidFill>
                  <a:srgbClr val="0078B4"/>
                </a:solidFill>
                <a:latin typeface="Myriad Pro Light Cond" panose="020B0406030403020204" pitchFamily="34" charset="0"/>
              </a:rPr>
              <a:t>MOBILE</a:t>
            </a:r>
          </a:p>
          <a:p>
            <a:pPr>
              <a:lnSpc>
                <a:spcPts val="2000"/>
              </a:lnSpc>
            </a:pPr>
            <a:r>
              <a:rPr lang="en-US" dirty="0">
                <a:solidFill>
                  <a:srgbClr val="3A7315"/>
                </a:solidFill>
                <a:latin typeface="Myriad Pro Cond" panose="020B0506030403020204" pitchFamily="34" charset="0"/>
              </a:rPr>
              <a:t>SOLUTIONS</a:t>
            </a: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A854467F-BA1D-722A-8B3A-68C40A6CE3D4}"/>
              </a:ext>
            </a:extLst>
          </p:cNvPr>
          <p:cNvCxnSpPr>
            <a:cxnSpLocks/>
          </p:cNvCxnSpPr>
          <p:nvPr/>
        </p:nvCxnSpPr>
        <p:spPr>
          <a:xfrm>
            <a:off x="3146425" y="2722799"/>
            <a:ext cx="0" cy="1224000"/>
          </a:xfrm>
          <a:prstGeom prst="line">
            <a:avLst/>
          </a:prstGeom>
          <a:ln>
            <a:solidFill>
              <a:srgbClr val="0796D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10DE47B2-8A56-22E9-D97A-A0B944D3A6E0}"/>
              </a:ext>
            </a:extLst>
          </p:cNvPr>
          <p:cNvCxnSpPr>
            <a:cxnSpLocks/>
          </p:cNvCxnSpPr>
          <p:nvPr/>
        </p:nvCxnSpPr>
        <p:spPr>
          <a:xfrm>
            <a:off x="5692775" y="2716448"/>
            <a:ext cx="0" cy="1224000"/>
          </a:xfrm>
          <a:prstGeom prst="line">
            <a:avLst/>
          </a:prstGeom>
          <a:ln>
            <a:solidFill>
              <a:srgbClr val="0796D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4D7C8B89-34D3-86C8-C9F2-C8CEAB620DD2}"/>
              </a:ext>
            </a:extLst>
          </p:cNvPr>
          <p:cNvSpPr txBox="1"/>
          <p:nvPr/>
        </p:nvSpPr>
        <p:spPr>
          <a:xfrm>
            <a:off x="604198" y="4376075"/>
            <a:ext cx="647461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75000"/>
                  </a:schemeClr>
                </a:solidFill>
                <a:latin typeface="Myriad Pro Light Cond" panose="020B0406030403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Fume Hood Companion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3D8422C7-2096-FE5C-A2CD-0506795CBCB3}"/>
              </a:ext>
            </a:extLst>
          </p:cNvPr>
          <p:cNvSpPr txBox="1"/>
          <p:nvPr/>
        </p:nvSpPr>
        <p:spPr>
          <a:xfrm>
            <a:off x="700672" y="4809104"/>
            <a:ext cx="4822513" cy="21441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fontAlgn="t">
              <a:lnSpc>
                <a:spcPts val="3200"/>
              </a:lnSpc>
              <a:buClr>
                <a:srgbClr val="0E98DB"/>
              </a:buClr>
              <a:buFont typeface="Arial" panose="020B0604020202020204" pitchFamily="34" charset="0"/>
              <a:buChar char="•"/>
            </a:pPr>
            <a:r>
              <a:rPr lang="en-US" dirty="0">
                <a:latin typeface="Myriad Pro Cond" panose="020B0506030403020204" pitchFamily="34" charset="0"/>
                <a:ea typeface="Verdana" panose="020B0604030504040204" pitchFamily="34" charset="0"/>
              </a:rPr>
              <a:t>No Water Consumption, Wastewater Generation, Carbon Media Replacement or Chemical Dosing</a:t>
            </a:r>
          </a:p>
          <a:p>
            <a:pPr marL="285750" indent="-285750" fontAlgn="t">
              <a:lnSpc>
                <a:spcPts val="3200"/>
              </a:lnSpc>
              <a:buClr>
                <a:srgbClr val="0E98DB"/>
              </a:buClr>
              <a:buFont typeface="Arial" panose="020B0604020202020204" pitchFamily="34" charset="0"/>
              <a:buChar char="•"/>
            </a:pPr>
            <a:r>
              <a:rPr lang="en-US" dirty="0">
                <a:latin typeface="Myriad Pro Cond" panose="020B0506030403020204" pitchFamily="34" charset="0"/>
                <a:ea typeface="Verdana" panose="020B0604030504040204" pitchFamily="34" charset="0"/>
              </a:rPr>
              <a:t>Point-of-source Treatment</a:t>
            </a:r>
          </a:p>
          <a:p>
            <a:pPr marL="285750" indent="-285750" fontAlgn="t">
              <a:lnSpc>
                <a:spcPts val="3200"/>
              </a:lnSpc>
              <a:buClr>
                <a:srgbClr val="0E98DB"/>
              </a:buClr>
              <a:buFont typeface="Arial" panose="020B0604020202020204" pitchFamily="34" charset="0"/>
              <a:buChar char="•"/>
            </a:pPr>
            <a:r>
              <a:rPr lang="en-US" dirty="0">
                <a:latin typeface="Myriad Pro Cond" panose="020B0506030403020204" pitchFamily="34" charset="0"/>
                <a:ea typeface="Verdana" panose="020B0604030504040204" pitchFamily="34" charset="0"/>
              </a:rPr>
              <a:t>Compact &amp; Retrofit Friendly</a:t>
            </a:r>
          </a:p>
          <a:p>
            <a:pPr marL="285750" indent="-285750" fontAlgn="t">
              <a:lnSpc>
                <a:spcPts val="3200"/>
              </a:lnSpc>
              <a:buClr>
                <a:srgbClr val="0E98DB"/>
              </a:buClr>
              <a:buFont typeface="Arial" panose="020B0604020202020204" pitchFamily="34" charset="0"/>
              <a:buChar char="•"/>
            </a:pPr>
            <a:r>
              <a:rPr lang="en-US" dirty="0">
                <a:latin typeface="Myriad Pro Cond" panose="020B0506030403020204" pitchFamily="34" charset="0"/>
                <a:ea typeface="Verdana" panose="020B0604030504040204" pitchFamily="34" charset="0"/>
              </a:rPr>
              <a:t>Low Maintenance Operation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947CE77-5DED-52C7-5A8C-8D5A33E5CB75}"/>
              </a:ext>
            </a:extLst>
          </p:cNvPr>
          <p:cNvSpPr txBox="1"/>
          <p:nvPr/>
        </p:nvSpPr>
        <p:spPr>
          <a:xfrm>
            <a:off x="4481694" y="7294785"/>
            <a:ext cx="4482194" cy="1733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fontAlgn="t">
              <a:lnSpc>
                <a:spcPts val="3200"/>
              </a:lnSpc>
              <a:buClr>
                <a:srgbClr val="0E98DB"/>
              </a:buClr>
              <a:buFont typeface="Arial" panose="020B0604020202020204" pitchFamily="34" charset="0"/>
              <a:buChar char="•"/>
            </a:pPr>
            <a:r>
              <a:rPr lang="en-US" dirty="0">
                <a:latin typeface="Myriad Pro Cond" panose="020B0506030403020204" pitchFamily="34" charset="0"/>
                <a:ea typeface="Verdana" panose="020B0604030504040204" pitchFamily="34" charset="0"/>
              </a:rPr>
              <a:t>Broad VOC Compatibility</a:t>
            </a:r>
          </a:p>
          <a:p>
            <a:pPr marL="285750" indent="-285750" fontAlgn="t">
              <a:lnSpc>
                <a:spcPts val="3200"/>
              </a:lnSpc>
              <a:buClr>
                <a:srgbClr val="0E98DB"/>
              </a:buClr>
              <a:buFont typeface="Arial" panose="020B0604020202020204" pitchFamily="34" charset="0"/>
              <a:buChar char="•"/>
            </a:pPr>
            <a:r>
              <a:rPr lang="en-US" dirty="0">
                <a:latin typeface="Myriad Pro Cond" panose="020B0506030403020204" pitchFamily="34" charset="0"/>
                <a:ea typeface="Verdana" panose="020B0604030504040204" pitchFamily="34" charset="0"/>
              </a:rPr>
              <a:t>Enhanced EHS Performance</a:t>
            </a:r>
          </a:p>
          <a:p>
            <a:pPr marL="285750" indent="-285750" fontAlgn="t">
              <a:lnSpc>
                <a:spcPts val="3200"/>
              </a:lnSpc>
              <a:buClr>
                <a:srgbClr val="0E98DB"/>
              </a:buClr>
              <a:buFont typeface="Arial" panose="020B0604020202020204" pitchFamily="34" charset="0"/>
              <a:buChar char="•"/>
            </a:pPr>
            <a:r>
              <a:rPr lang="en-US" dirty="0">
                <a:latin typeface="Myriad Pro Cond" panose="020B0506030403020204" pitchFamily="34" charset="0"/>
                <a:ea typeface="Verdana" panose="020B0604030504040204" pitchFamily="34" charset="0"/>
              </a:rPr>
              <a:t>Sustainability-driven Design</a:t>
            </a:r>
          </a:p>
          <a:p>
            <a:pPr marL="285750" indent="-285750" fontAlgn="t">
              <a:lnSpc>
                <a:spcPts val="3200"/>
              </a:lnSpc>
              <a:buClr>
                <a:srgbClr val="0E98DB"/>
              </a:buClr>
              <a:buFont typeface="Arial" panose="020B0604020202020204" pitchFamily="34" charset="0"/>
              <a:buChar char="•"/>
            </a:pPr>
            <a:r>
              <a:rPr lang="en-US" dirty="0">
                <a:latin typeface="Myriad Pro Cond" panose="020B0506030403020204" pitchFamily="34" charset="0"/>
                <a:ea typeface="Verdana" panose="020B0604030504040204" pitchFamily="34" charset="0"/>
              </a:rPr>
              <a:t>Lower Total Cost of Ownership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DB810F6-CEF5-CDC5-A94A-B5CB62BF66E1}"/>
              </a:ext>
            </a:extLst>
          </p:cNvPr>
          <p:cNvPicPr>
            <a:picLocks/>
          </p:cNvPicPr>
          <p:nvPr/>
        </p:nvPicPr>
        <p:blipFill>
          <a:blip r:embed="rId9"/>
          <a:stretch>
            <a:fillRect/>
          </a:stretch>
        </p:blipFill>
        <p:spPr>
          <a:xfrm>
            <a:off x="5303328" y="4915906"/>
            <a:ext cx="3032050" cy="195450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 w="19050">
            <a:gradFill flip="none" rotWithShape="1">
              <a:gsLst>
                <a:gs pos="0">
                  <a:schemeClr val="accent6">
                    <a:lumMod val="40000"/>
                    <a:lumOff val="60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5">
                    <a:lumMod val="40000"/>
                    <a:lumOff val="60000"/>
                  </a:schemeClr>
                </a:gs>
              </a:gsLst>
              <a:lin ang="0" scaled="1"/>
              <a:tileRect/>
            </a:gradFill>
          </a:ln>
          <a:effectLst/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7494707-B341-0CF3-BD7D-C5415F170BE2}"/>
              </a:ext>
            </a:extLst>
          </p:cNvPr>
          <p:cNvPicPr>
            <a:picLocks/>
          </p:cNvPicPr>
          <p:nvPr/>
        </p:nvPicPr>
        <p:blipFill>
          <a:blip r:embed="rId10"/>
          <a:stretch>
            <a:fillRect/>
          </a:stretch>
        </p:blipFill>
        <p:spPr>
          <a:xfrm>
            <a:off x="1173349" y="7294785"/>
            <a:ext cx="3032050" cy="195450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 w="19050">
            <a:gradFill flip="none" rotWithShape="1">
              <a:gsLst>
                <a:gs pos="0">
                  <a:schemeClr val="accent6">
                    <a:lumMod val="40000"/>
                    <a:lumOff val="60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5">
                    <a:lumMod val="40000"/>
                    <a:lumOff val="60000"/>
                  </a:schemeClr>
                </a:gs>
              </a:gsLst>
              <a:lin ang="0" scaled="1"/>
              <a:tileRect/>
            </a:gradFill>
          </a:ln>
          <a:effectLst/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FF8CD9E-CFC9-C5D6-1CCF-183FE22277EE}"/>
              </a:ext>
            </a:extLst>
          </p:cNvPr>
          <p:cNvSpPr/>
          <p:nvPr/>
        </p:nvSpPr>
        <p:spPr>
          <a:xfrm>
            <a:off x="1141804" y="9390744"/>
            <a:ext cx="3032050" cy="696686"/>
          </a:xfrm>
          <a:prstGeom prst="roundRect">
            <a:avLst/>
          </a:prstGeom>
          <a:solidFill>
            <a:srgbClr val="0796D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lnSpc>
                <a:spcPts val="1800"/>
              </a:lnSpc>
            </a:pPr>
            <a:r>
              <a:rPr lang="en-US" b="1" dirty="0">
                <a:solidFill>
                  <a:schemeClr val="bg1"/>
                </a:solidFill>
                <a:latin typeface="Myriad Pro Light Cond" panose="020B0406030403020204" pitchFamily="34" charset="0"/>
              </a:rPr>
              <a:t>Destruction of Pollutants.</a:t>
            </a:r>
          </a:p>
          <a:p>
            <a:pPr algn="r">
              <a:lnSpc>
                <a:spcPts val="1800"/>
              </a:lnSpc>
            </a:pPr>
            <a:r>
              <a:rPr lang="en-US" dirty="0">
                <a:solidFill>
                  <a:schemeClr val="bg1"/>
                </a:solidFill>
                <a:latin typeface="Myriad Pro Cond" panose="020B0506030403020204" pitchFamily="34" charset="0"/>
              </a:rPr>
              <a:t>Not Transfer.</a:t>
            </a:r>
            <a:endParaRPr lang="en-US" b="1" dirty="0">
              <a:solidFill>
                <a:schemeClr val="bg1"/>
              </a:solidFill>
              <a:latin typeface="Myriad Pro Light Cond" panose="020B0406030403020204" pitchFamily="34" charset="0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9A6F186-BE06-B2E5-1390-330A9F213F8E}"/>
              </a:ext>
            </a:extLst>
          </p:cNvPr>
          <p:cNvSpPr/>
          <p:nvPr/>
        </p:nvSpPr>
        <p:spPr>
          <a:xfrm>
            <a:off x="7034724" y="9544530"/>
            <a:ext cx="1571528" cy="419100"/>
          </a:xfrm>
          <a:prstGeom prst="roundRect">
            <a:avLst/>
          </a:prstGeom>
          <a:solidFill>
            <a:srgbClr val="487D2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00" b="1" dirty="0">
                <a:latin typeface="Myriad Pro Light Cond" panose="020B0406030403020204" pitchFamily="34" charset="0"/>
              </a:rPr>
              <a:t>I AM INTERESTED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9A90301-86A2-16EE-FED9-2EAC00ECEE3B}"/>
              </a:ext>
            </a:extLst>
          </p:cNvPr>
          <p:cNvGrpSpPr/>
          <p:nvPr/>
        </p:nvGrpSpPr>
        <p:grpSpPr>
          <a:xfrm>
            <a:off x="0" y="180038"/>
            <a:ext cx="9036050" cy="2067623"/>
            <a:chOff x="0" y="180038"/>
            <a:chExt cx="9036050" cy="2067623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B40FA9F2-47B8-DD1C-4AFC-8B48750DA11A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0" y="180038"/>
              <a:ext cx="9036050" cy="1773045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D143541B-0982-ED57-30F5-C4ABBC205E88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12700" y="1889583"/>
              <a:ext cx="6565900" cy="35807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9979739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764740-DAE8-983B-7C55-09C05948EF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4B25C262-CDCF-02CF-86D0-37ACC98C595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7250" y="2639913"/>
            <a:ext cx="2058667" cy="680744"/>
          </a:xfrm>
          <a:prstGeom prst="rect">
            <a:avLst/>
          </a:prstGeom>
        </p:spPr>
      </p:pic>
      <p:grpSp>
        <p:nvGrpSpPr>
          <p:cNvPr id="44" name="Group 43">
            <a:extLst>
              <a:ext uri="{FF2B5EF4-FFF2-40B4-BE49-F238E27FC236}">
                <a16:creationId xmlns:a16="http://schemas.microsoft.com/office/drawing/2014/main" id="{7CF3B39D-09FF-18CF-2881-9717249BF4C9}"/>
              </a:ext>
            </a:extLst>
          </p:cNvPr>
          <p:cNvGrpSpPr/>
          <p:nvPr/>
        </p:nvGrpSpPr>
        <p:grpSpPr>
          <a:xfrm>
            <a:off x="3620220" y="3393950"/>
            <a:ext cx="442576" cy="471236"/>
            <a:chOff x="3668708" y="5296222"/>
            <a:chExt cx="361618" cy="360000"/>
          </a:xfrm>
        </p:grpSpPr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E5A2EA4C-7D16-F557-04D9-B76A7771DAE6}"/>
                </a:ext>
              </a:extLst>
            </p:cNvPr>
            <p:cNvSpPr/>
            <p:nvPr/>
          </p:nvSpPr>
          <p:spPr>
            <a:xfrm>
              <a:off x="3668708" y="5296222"/>
              <a:ext cx="361618" cy="360000"/>
            </a:xfrm>
            <a:prstGeom prst="ellipse">
              <a:avLst/>
            </a:prstGeom>
            <a:solidFill>
              <a:srgbClr val="3A731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DBCDD501-0810-CF45-C89E-F2D52B46C38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42349" y="5354969"/>
              <a:ext cx="222449" cy="228663"/>
            </a:xfrm>
            <a:prstGeom prst="rect">
              <a:avLst/>
            </a:prstGeom>
          </p:spPr>
        </p:pic>
      </p:grpSp>
      <p:pic>
        <p:nvPicPr>
          <p:cNvPr id="29" name="Picture 28">
            <a:extLst>
              <a:ext uri="{FF2B5EF4-FFF2-40B4-BE49-F238E27FC236}">
                <a16:creationId xmlns:a16="http://schemas.microsoft.com/office/drawing/2014/main" id="{25098511-274B-C1B4-4362-AB82BD142BE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79" b="4707"/>
          <a:stretch>
            <a:fillRect/>
          </a:stretch>
        </p:blipFill>
        <p:spPr>
          <a:xfrm>
            <a:off x="721443" y="2639913"/>
            <a:ext cx="2223365" cy="662124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AD31B1A2-6B66-E3F1-BF95-5DBD28010402}"/>
              </a:ext>
            </a:extLst>
          </p:cNvPr>
          <p:cNvSpPr txBox="1"/>
          <p:nvPr/>
        </p:nvSpPr>
        <p:spPr>
          <a:xfrm>
            <a:off x="1647391" y="3383880"/>
            <a:ext cx="1041983" cy="6052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000"/>
              </a:lnSpc>
            </a:pPr>
            <a:r>
              <a:rPr lang="en-US" b="1" dirty="0">
                <a:solidFill>
                  <a:srgbClr val="0078B4"/>
                </a:solidFill>
                <a:latin typeface="Myriad Pro Light Cond" panose="020B0406030403020204" pitchFamily="34" charset="0"/>
              </a:rPr>
              <a:t>INDUSTRY  </a:t>
            </a:r>
          </a:p>
          <a:p>
            <a:pPr>
              <a:lnSpc>
                <a:spcPts val="2000"/>
              </a:lnSpc>
            </a:pPr>
            <a:r>
              <a:rPr lang="en-US" dirty="0">
                <a:solidFill>
                  <a:srgbClr val="3A7315"/>
                </a:solidFill>
                <a:latin typeface="Myriad Pro Cond" panose="020B0506030403020204" pitchFamily="34" charset="0"/>
              </a:rPr>
              <a:t>SOLUTIONS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ED951096-8D28-6A93-91AC-734BAD806AD3}"/>
              </a:ext>
            </a:extLst>
          </p:cNvPr>
          <p:cNvGrpSpPr/>
          <p:nvPr/>
        </p:nvGrpSpPr>
        <p:grpSpPr>
          <a:xfrm>
            <a:off x="1112776" y="3410294"/>
            <a:ext cx="487923" cy="483009"/>
            <a:chOff x="1343319" y="1229210"/>
            <a:chExt cx="1553976" cy="1393622"/>
          </a:xfrm>
          <a:solidFill>
            <a:srgbClr val="3A7315"/>
          </a:solidFill>
        </p:grpSpPr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B0A15339-666E-BCDF-22AE-F101F764C0DE}"/>
                </a:ext>
              </a:extLst>
            </p:cNvPr>
            <p:cNvSpPr/>
            <p:nvPr/>
          </p:nvSpPr>
          <p:spPr>
            <a:xfrm>
              <a:off x="1343319" y="1229210"/>
              <a:ext cx="1553976" cy="139362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5" name="Picture 34">
              <a:extLst>
                <a:ext uri="{FF2B5EF4-FFF2-40B4-BE49-F238E27FC236}">
                  <a16:creationId xmlns:a16="http://schemas.microsoft.com/office/drawing/2014/main" id="{3D8D9C63-C261-6213-A056-CA3B406E12E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48429" y="1493646"/>
              <a:ext cx="853526" cy="853524"/>
            </a:xfrm>
            <a:prstGeom prst="rect">
              <a:avLst/>
            </a:prstGeom>
            <a:grpFill/>
          </p:spPr>
        </p:pic>
      </p:grpSp>
      <p:pic>
        <p:nvPicPr>
          <p:cNvPr id="37" name="Picture 36">
            <a:extLst>
              <a:ext uri="{FF2B5EF4-FFF2-40B4-BE49-F238E27FC236}">
                <a16:creationId xmlns:a16="http://schemas.microsoft.com/office/drawing/2014/main" id="{CE827B3B-EDC9-AB20-D682-3DB2AA07192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0326" y="2666563"/>
            <a:ext cx="1978073" cy="654094"/>
          </a:xfrm>
          <a:prstGeom prst="rect">
            <a:avLst/>
          </a:prstGeom>
        </p:spPr>
      </p:pic>
      <p:grpSp>
        <p:nvGrpSpPr>
          <p:cNvPr id="41" name="Group 40">
            <a:extLst>
              <a:ext uri="{FF2B5EF4-FFF2-40B4-BE49-F238E27FC236}">
                <a16:creationId xmlns:a16="http://schemas.microsoft.com/office/drawing/2014/main" id="{F2404650-F1BB-99D8-6987-7A5CD679708A}"/>
              </a:ext>
            </a:extLst>
          </p:cNvPr>
          <p:cNvGrpSpPr/>
          <p:nvPr/>
        </p:nvGrpSpPr>
        <p:grpSpPr>
          <a:xfrm>
            <a:off x="6241487" y="3328331"/>
            <a:ext cx="418685" cy="478895"/>
            <a:chOff x="8821419" y="1686496"/>
            <a:chExt cx="1779083" cy="1333824"/>
          </a:xfrm>
        </p:grpSpPr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8580FD4D-07D6-3A8D-2C36-6EC0542B341B}"/>
                </a:ext>
              </a:extLst>
            </p:cNvPr>
            <p:cNvSpPr/>
            <p:nvPr/>
          </p:nvSpPr>
          <p:spPr>
            <a:xfrm>
              <a:off x="8821419" y="1686496"/>
              <a:ext cx="1779083" cy="1333824"/>
            </a:xfrm>
            <a:prstGeom prst="ellipse">
              <a:avLst/>
            </a:prstGeom>
            <a:solidFill>
              <a:srgbClr val="3A731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dirty="0"/>
            </a:p>
          </p:txBody>
        </p:sp>
        <p:pic>
          <p:nvPicPr>
            <p:cNvPr id="43" name="Picture 42">
              <a:extLst>
                <a:ext uri="{FF2B5EF4-FFF2-40B4-BE49-F238E27FC236}">
                  <a16:creationId xmlns:a16="http://schemas.microsoft.com/office/drawing/2014/main" id="{F1584AE9-144B-1DD6-5391-E33EC419C9E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082129" y="1762468"/>
              <a:ext cx="1279729" cy="1177441"/>
            </a:xfrm>
            <a:prstGeom prst="rect">
              <a:avLst/>
            </a:prstGeom>
          </p:spPr>
        </p:pic>
      </p:grpSp>
      <p:sp>
        <p:nvSpPr>
          <p:cNvPr id="45" name="TextBox 44">
            <a:extLst>
              <a:ext uri="{FF2B5EF4-FFF2-40B4-BE49-F238E27FC236}">
                <a16:creationId xmlns:a16="http://schemas.microsoft.com/office/drawing/2014/main" id="{6371EB07-AC84-95EB-6A2F-3553C2ACAFCE}"/>
              </a:ext>
            </a:extLst>
          </p:cNvPr>
          <p:cNvSpPr txBox="1"/>
          <p:nvPr/>
        </p:nvSpPr>
        <p:spPr>
          <a:xfrm>
            <a:off x="4115551" y="3343054"/>
            <a:ext cx="1407635" cy="6052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000"/>
              </a:lnSpc>
            </a:pPr>
            <a:r>
              <a:rPr lang="en-US" b="1" dirty="0">
                <a:solidFill>
                  <a:srgbClr val="0078B4"/>
                </a:solidFill>
                <a:latin typeface="Myriad Pro Light Cond" panose="020B0406030403020204" pitchFamily="34" charset="0"/>
              </a:rPr>
              <a:t>LABORATORY</a:t>
            </a:r>
          </a:p>
          <a:p>
            <a:pPr>
              <a:lnSpc>
                <a:spcPts val="2000"/>
              </a:lnSpc>
            </a:pPr>
            <a:r>
              <a:rPr lang="en-US" dirty="0">
                <a:solidFill>
                  <a:srgbClr val="3A7315"/>
                </a:solidFill>
                <a:latin typeface="Myriad Pro Cond" panose="020B0506030403020204" pitchFamily="34" charset="0"/>
              </a:rPr>
              <a:t>SOLUTIONS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D85CE56-F3E7-9946-8F64-3AE500CA7A77}"/>
              </a:ext>
            </a:extLst>
          </p:cNvPr>
          <p:cNvSpPr txBox="1"/>
          <p:nvPr/>
        </p:nvSpPr>
        <p:spPr>
          <a:xfrm>
            <a:off x="6723063" y="3313983"/>
            <a:ext cx="1407635" cy="6052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000"/>
              </a:lnSpc>
            </a:pPr>
            <a:r>
              <a:rPr lang="en-US" b="1" dirty="0">
                <a:solidFill>
                  <a:srgbClr val="0078B4"/>
                </a:solidFill>
                <a:latin typeface="Myriad Pro Light Cond" panose="020B0406030403020204" pitchFamily="34" charset="0"/>
              </a:rPr>
              <a:t>MOBILE</a:t>
            </a:r>
          </a:p>
          <a:p>
            <a:pPr>
              <a:lnSpc>
                <a:spcPts val="2000"/>
              </a:lnSpc>
            </a:pPr>
            <a:r>
              <a:rPr lang="en-US" dirty="0">
                <a:solidFill>
                  <a:srgbClr val="3A7315"/>
                </a:solidFill>
                <a:latin typeface="Myriad Pro Cond" panose="020B0506030403020204" pitchFamily="34" charset="0"/>
              </a:rPr>
              <a:t>SOLUTIONS</a:t>
            </a: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8B54A964-C0A0-C188-B516-3ADEA6AD8ACC}"/>
              </a:ext>
            </a:extLst>
          </p:cNvPr>
          <p:cNvCxnSpPr>
            <a:cxnSpLocks/>
          </p:cNvCxnSpPr>
          <p:nvPr/>
        </p:nvCxnSpPr>
        <p:spPr>
          <a:xfrm>
            <a:off x="3146425" y="2722799"/>
            <a:ext cx="0" cy="1224000"/>
          </a:xfrm>
          <a:prstGeom prst="line">
            <a:avLst/>
          </a:prstGeom>
          <a:ln>
            <a:solidFill>
              <a:srgbClr val="0796D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09D48467-7478-9200-F4C6-8EEF9E70029A}"/>
              </a:ext>
            </a:extLst>
          </p:cNvPr>
          <p:cNvCxnSpPr>
            <a:cxnSpLocks/>
          </p:cNvCxnSpPr>
          <p:nvPr/>
        </p:nvCxnSpPr>
        <p:spPr>
          <a:xfrm>
            <a:off x="5692775" y="2716448"/>
            <a:ext cx="0" cy="1224000"/>
          </a:xfrm>
          <a:prstGeom prst="line">
            <a:avLst/>
          </a:prstGeom>
          <a:ln>
            <a:solidFill>
              <a:srgbClr val="0796D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6A645574-B27C-41CD-51D1-1A2F1520C490}"/>
              </a:ext>
            </a:extLst>
          </p:cNvPr>
          <p:cNvSpPr txBox="1"/>
          <p:nvPr/>
        </p:nvSpPr>
        <p:spPr>
          <a:xfrm>
            <a:off x="604198" y="4376075"/>
            <a:ext cx="647461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75000"/>
                  </a:schemeClr>
                </a:solidFill>
                <a:latin typeface="Myriad Pro Light Cond" panose="020B0406030403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perfect on-the-go unit.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1D5D697D-DEB4-2800-216C-CA473B6DA7DA}"/>
              </a:ext>
            </a:extLst>
          </p:cNvPr>
          <p:cNvSpPr txBox="1"/>
          <p:nvPr/>
        </p:nvSpPr>
        <p:spPr>
          <a:xfrm>
            <a:off x="700672" y="4809104"/>
            <a:ext cx="4822513" cy="1733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fontAlgn="t">
              <a:lnSpc>
                <a:spcPts val="3200"/>
              </a:lnSpc>
              <a:buClr>
                <a:srgbClr val="0E98DB"/>
              </a:buClr>
              <a:buFont typeface="Arial" panose="020B0604020202020204" pitchFamily="34" charset="0"/>
              <a:buChar char="•"/>
            </a:pPr>
            <a:r>
              <a:rPr lang="en-US" dirty="0">
                <a:latin typeface="Myriad Pro Cond" panose="020B0506030403020204" pitchFamily="34" charset="0"/>
                <a:ea typeface="Verdana" panose="020B0604030504040204" pitchFamily="34" charset="0"/>
              </a:rPr>
              <a:t>Provides flexibility to move around in the industry unit</a:t>
            </a:r>
          </a:p>
          <a:p>
            <a:pPr marL="285750" indent="-285750" fontAlgn="t">
              <a:lnSpc>
                <a:spcPts val="3200"/>
              </a:lnSpc>
              <a:buClr>
                <a:srgbClr val="0E98DB"/>
              </a:buClr>
              <a:buFont typeface="Arial" panose="020B0604020202020204" pitchFamily="34" charset="0"/>
              <a:buChar char="•"/>
            </a:pPr>
            <a:r>
              <a:rPr lang="en-US" dirty="0">
                <a:latin typeface="Myriad Pro Cond" panose="020B0506030403020204" pitchFamily="34" charset="0"/>
                <a:ea typeface="Verdana" panose="020B0604030504040204" pitchFamily="34" charset="0"/>
              </a:rPr>
              <a:t>No combustion; no flame/flare needed </a:t>
            </a:r>
          </a:p>
          <a:p>
            <a:pPr marL="285750" indent="-285750" fontAlgn="t">
              <a:lnSpc>
                <a:spcPts val="3200"/>
              </a:lnSpc>
              <a:buClr>
                <a:srgbClr val="0E98DB"/>
              </a:buClr>
              <a:buFont typeface="Arial" panose="020B0604020202020204" pitchFamily="34" charset="0"/>
              <a:buChar char="•"/>
            </a:pPr>
            <a:r>
              <a:rPr lang="en-US" dirty="0">
                <a:latin typeface="Myriad Pro Cond" panose="020B0506030403020204" pitchFamily="34" charset="0"/>
                <a:ea typeface="Verdana" panose="020B0604030504040204" pitchFamily="34" charset="0"/>
              </a:rPr>
              <a:t>Works at ambient temperature (ATP) </a:t>
            </a:r>
          </a:p>
          <a:p>
            <a:pPr marL="285750" indent="-285750" fontAlgn="t">
              <a:lnSpc>
                <a:spcPts val="3200"/>
              </a:lnSpc>
              <a:buClr>
                <a:srgbClr val="0E98DB"/>
              </a:buClr>
              <a:buFont typeface="Arial" panose="020B0604020202020204" pitchFamily="34" charset="0"/>
              <a:buChar char="•"/>
            </a:pPr>
            <a:r>
              <a:rPr lang="en-US" dirty="0">
                <a:latin typeface="Myriad Pro Cond" panose="020B0506030403020204" pitchFamily="34" charset="0"/>
                <a:ea typeface="Verdana" panose="020B0604030504040204" pitchFamily="34" charset="0"/>
              </a:rPr>
              <a:t>Suitable for low- medium-high VOC concentrations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E825CFB-0B94-31F5-4C6F-F5E2A0C50B96}"/>
              </a:ext>
            </a:extLst>
          </p:cNvPr>
          <p:cNvSpPr txBox="1"/>
          <p:nvPr/>
        </p:nvSpPr>
        <p:spPr>
          <a:xfrm>
            <a:off x="4417682" y="7410504"/>
            <a:ext cx="4482194" cy="1733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fontAlgn="t">
              <a:lnSpc>
                <a:spcPts val="3200"/>
              </a:lnSpc>
              <a:buClr>
                <a:srgbClr val="0E98DB"/>
              </a:buClr>
              <a:buFont typeface="Arial" panose="020B0604020202020204" pitchFamily="34" charset="0"/>
              <a:buChar char="•"/>
            </a:pPr>
            <a:r>
              <a:rPr lang="en-US" dirty="0">
                <a:latin typeface="Myriad Pro Cond" panose="020B0506030403020204" pitchFamily="34" charset="0"/>
                <a:ea typeface="Verdana" panose="020B0604030504040204" pitchFamily="34" charset="0"/>
              </a:rPr>
              <a:t>Broad VOC Compatibility</a:t>
            </a:r>
          </a:p>
          <a:p>
            <a:pPr marL="285750" indent="-285750" fontAlgn="t">
              <a:lnSpc>
                <a:spcPts val="3200"/>
              </a:lnSpc>
              <a:buClr>
                <a:srgbClr val="0E98DB"/>
              </a:buClr>
              <a:buFont typeface="Arial" panose="020B0604020202020204" pitchFamily="34" charset="0"/>
              <a:buChar char="•"/>
            </a:pPr>
            <a:r>
              <a:rPr lang="en-US" dirty="0">
                <a:latin typeface="Myriad Pro Cond" panose="020B0506030403020204" pitchFamily="34" charset="0"/>
                <a:ea typeface="Verdana" panose="020B0604030504040204" pitchFamily="34" charset="0"/>
              </a:rPr>
              <a:t>Enhanced EHS Performance</a:t>
            </a:r>
          </a:p>
          <a:p>
            <a:pPr marL="285750" indent="-285750" fontAlgn="t">
              <a:lnSpc>
                <a:spcPts val="3200"/>
              </a:lnSpc>
              <a:buClr>
                <a:srgbClr val="0E98DB"/>
              </a:buClr>
              <a:buFont typeface="Arial" panose="020B0604020202020204" pitchFamily="34" charset="0"/>
              <a:buChar char="•"/>
            </a:pPr>
            <a:r>
              <a:rPr lang="en-US" dirty="0">
                <a:latin typeface="Myriad Pro Cond" panose="020B0506030403020204" pitchFamily="34" charset="0"/>
                <a:ea typeface="Verdana" panose="020B0604030504040204" pitchFamily="34" charset="0"/>
              </a:rPr>
              <a:t>Compact system; good for loading racks</a:t>
            </a:r>
          </a:p>
          <a:p>
            <a:pPr marL="285750" indent="-285750" fontAlgn="t">
              <a:lnSpc>
                <a:spcPts val="3200"/>
              </a:lnSpc>
              <a:buClr>
                <a:srgbClr val="0E98DB"/>
              </a:buClr>
              <a:buFont typeface="Arial" panose="020B0604020202020204" pitchFamily="34" charset="0"/>
              <a:buChar char="•"/>
            </a:pPr>
            <a:r>
              <a:rPr lang="en-US" dirty="0">
                <a:latin typeface="Myriad Pro Cond" panose="020B0506030403020204" pitchFamily="34" charset="0"/>
                <a:ea typeface="Verdana" panose="020B0604030504040204" pitchFamily="34" charset="0"/>
              </a:rPr>
              <a:t>No recycling or ETP treatment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AE8B6B0-17C6-3A93-CBA6-2293B55DFB48}"/>
              </a:ext>
            </a:extLst>
          </p:cNvPr>
          <p:cNvPicPr>
            <a:picLocks/>
          </p:cNvPicPr>
          <p:nvPr/>
        </p:nvPicPr>
        <p:blipFill>
          <a:blip r:embed="rId9"/>
          <a:srcRect l="2502" t="19480" b="19640"/>
          <a:stretch>
            <a:fillRect/>
          </a:stretch>
        </p:blipFill>
        <p:spPr>
          <a:xfrm>
            <a:off x="5241116" y="4918102"/>
            <a:ext cx="3020561" cy="195011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 w="19050">
            <a:gradFill flip="none" rotWithShape="1">
              <a:gsLst>
                <a:gs pos="0">
                  <a:schemeClr val="accent6">
                    <a:lumMod val="40000"/>
                    <a:lumOff val="60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5">
                    <a:lumMod val="40000"/>
                    <a:lumOff val="60000"/>
                  </a:schemeClr>
                </a:gs>
              </a:gsLst>
              <a:lin ang="0" scaled="1"/>
              <a:tileRect/>
            </a:gradFill>
          </a:ln>
          <a:effectLst/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5FB3A88-785C-80AB-121E-66E92A890C24}"/>
              </a:ext>
            </a:extLst>
          </p:cNvPr>
          <p:cNvPicPr>
            <a:picLocks/>
          </p:cNvPicPr>
          <p:nvPr/>
        </p:nvPicPr>
        <p:blipFill>
          <a:blip r:embed="rId10"/>
          <a:stretch>
            <a:fillRect/>
          </a:stretch>
        </p:blipFill>
        <p:spPr>
          <a:xfrm>
            <a:off x="1207661" y="7167088"/>
            <a:ext cx="3049164" cy="198920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 w="19050">
            <a:gradFill flip="none" rotWithShape="1">
              <a:gsLst>
                <a:gs pos="0">
                  <a:schemeClr val="accent6">
                    <a:lumMod val="40000"/>
                    <a:lumOff val="60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5">
                    <a:lumMod val="40000"/>
                    <a:lumOff val="60000"/>
                  </a:schemeClr>
                </a:gs>
              </a:gsLst>
              <a:lin ang="0" scaled="1"/>
              <a:tileRect/>
            </a:gradFill>
          </a:ln>
          <a:effectLst/>
        </p:spPr>
      </p:pic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DE691EAE-323E-0DCE-6F09-346E3E898D76}"/>
              </a:ext>
            </a:extLst>
          </p:cNvPr>
          <p:cNvSpPr/>
          <p:nvPr/>
        </p:nvSpPr>
        <p:spPr>
          <a:xfrm>
            <a:off x="1214374" y="9274632"/>
            <a:ext cx="3032050" cy="696686"/>
          </a:xfrm>
          <a:prstGeom prst="roundRect">
            <a:avLst/>
          </a:prstGeom>
          <a:solidFill>
            <a:srgbClr val="0796D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lnSpc>
                <a:spcPts val="1800"/>
              </a:lnSpc>
            </a:pPr>
            <a:r>
              <a:rPr lang="en-US" dirty="0">
                <a:solidFill>
                  <a:schemeClr val="bg1"/>
                </a:solidFill>
                <a:latin typeface="Myriad Pro Cond" panose="020B0506030403020204" pitchFamily="34" charset="0"/>
              </a:rPr>
              <a:t>Mobile shield against </a:t>
            </a:r>
          </a:p>
          <a:p>
            <a:pPr algn="r">
              <a:lnSpc>
                <a:spcPts val="1800"/>
              </a:lnSpc>
            </a:pPr>
            <a:r>
              <a:rPr lang="en-US" b="1" dirty="0">
                <a:solidFill>
                  <a:schemeClr val="bg1"/>
                </a:solidFill>
                <a:latin typeface="Myriad Pro Light Cond" panose="020B0406030403020204" pitchFamily="34" charset="0"/>
              </a:rPr>
              <a:t>Hazardous VOC exposure</a:t>
            </a:r>
            <a:r>
              <a:rPr lang="en-US" b="1" dirty="0">
                <a:solidFill>
                  <a:srgbClr val="3A7315"/>
                </a:solidFill>
                <a:latin typeface="Myriad Pro Light Cond" panose="020B0406030403020204" pitchFamily="34" charset="0"/>
              </a:rPr>
              <a:t>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0820197-25AB-930B-8B15-A70BF2F746A7}"/>
              </a:ext>
            </a:extLst>
          </p:cNvPr>
          <p:cNvSpPr/>
          <p:nvPr/>
        </p:nvSpPr>
        <p:spPr>
          <a:xfrm>
            <a:off x="7034724" y="9439755"/>
            <a:ext cx="1571528" cy="419100"/>
          </a:xfrm>
          <a:prstGeom prst="roundRect">
            <a:avLst/>
          </a:prstGeom>
          <a:solidFill>
            <a:srgbClr val="487D2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00" b="1" dirty="0">
                <a:latin typeface="Myriad Pro Light Cond" panose="020B0406030403020204" pitchFamily="34" charset="0"/>
              </a:rPr>
              <a:t>I AM INTERESTED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637FF21E-87F6-160C-16E4-B079D0BDDDE6}"/>
              </a:ext>
            </a:extLst>
          </p:cNvPr>
          <p:cNvGrpSpPr/>
          <p:nvPr/>
        </p:nvGrpSpPr>
        <p:grpSpPr>
          <a:xfrm>
            <a:off x="0" y="180038"/>
            <a:ext cx="9036050" cy="2067623"/>
            <a:chOff x="0" y="180038"/>
            <a:chExt cx="9036050" cy="2067623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04A3B469-385F-ACF4-80C7-2702BEB27A62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0" y="180038"/>
              <a:ext cx="9036050" cy="1773045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11E070C5-FBF8-F824-234B-A11CC42BF657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12700" y="1889583"/>
              <a:ext cx="6565900" cy="35807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0378436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2641</TotalTime>
  <Words>1042</Words>
  <Application>Microsoft Office PowerPoint</Application>
  <PresentationFormat>Custom</PresentationFormat>
  <Paragraphs>239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Arial</vt:lpstr>
      <vt:lpstr>Calibri</vt:lpstr>
      <vt:lpstr>Calibri Light</vt:lpstr>
      <vt:lpstr>Myriad Pro Cond</vt:lpstr>
      <vt:lpstr>Myriad Pro Light</vt:lpstr>
      <vt:lpstr>Myriad Pro Light Cond</vt:lpstr>
      <vt:lpstr>Verdana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Sohel</dc:creator>
  <cp:lastModifiedBy>Sohel</cp:lastModifiedBy>
  <cp:revision>7</cp:revision>
  <dcterms:created xsi:type="dcterms:W3CDTF">2026-02-11T05:16:08Z</dcterms:created>
  <dcterms:modified xsi:type="dcterms:W3CDTF">2026-10-23T13:32:53Z</dcterms:modified>
</cp:coreProperties>
</file>